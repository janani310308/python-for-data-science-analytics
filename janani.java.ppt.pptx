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881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37230" y="2333955"/>
            <a:ext cx="5763259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533D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33D3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533D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33D3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533D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881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533D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4DA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3885" y="2991434"/>
            <a:ext cx="4364228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533D3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182" y="1385442"/>
            <a:ext cx="7771765" cy="4295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33D34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>
                <a:latin typeface="Times New Roman"/>
                <a:cs typeface="Times New Roman"/>
              </a:rPr>
              <a:t>Streams</a:t>
            </a:r>
            <a:r>
              <a:rPr dirty="0" sz="7200" spc="-20">
                <a:latin typeface="Times New Roman"/>
                <a:cs typeface="Times New Roman"/>
              </a:rPr>
              <a:t> </a:t>
            </a:r>
            <a:r>
              <a:rPr dirty="0" sz="7200">
                <a:latin typeface="Times New Roman"/>
                <a:cs typeface="Times New Roman"/>
              </a:rPr>
              <a:t>in</a:t>
            </a:r>
            <a:r>
              <a:rPr dirty="0" sz="7200" spc="-15">
                <a:latin typeface="Times New Roman"/>
                <a:cs typeface="Times New Roman"/>
              </a:rPr>
              <a:t> </a:t>
            </a:r>
            <a:r>
              <a:rPr dirty="0" sz="7200" spc="-20">
                <a:latin typeface="Times New Roman"/>
                <a:cs typeface="Times New Roman"/>
              </a:rPr>
              <a:t>Java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95261" y="3805250"/>
            <a:ext cx="240157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J.JANANI B.SC(AI&amp;ML) TU6253210211023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768210" y="0"/>
            <a:ext cx="5424170" cy="6858000"/>
            <a:chOff x="6768210" y="0"/>
            <a:chExt cx="542417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8210" y="1875363"/>
              <a:ext cx="4727066" cy="498263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867263" y="0"/>
              <a:ext cx="5325110" cy="6417945"/>
            </a:xfrm>
            <a:custGeom>
              <a:avLst/>
              <a:gdLst/>
              <a:ahLst/>
              <a:cxnLst/>
              <a:rect l="l" t="t" r="r" b="b"/>
              <a:pathLst>
                <a:path w="5325109" h="6417945">
                  <a:moveTo>
                    <a:pt x="3784988" y="0"/>
                  </a:moveTo>
                  <a:lnTo>
                    <a:pt x="84462" y="0"/>
                  </a:lnTo>
                  <a:lnTo>
                    <a:pt x="80906" y="20447"/>
                  </a:lnTo>
                  <a:lnTo>
                    <a:pt x="73541" y="70907"/>
                  </a:lnTo>
                  <a:lnTo>
                    <a:pt x="66650" y="121476"/>
                  </a:lnTo>
                  <a:lnTo>
                    <a:pt x="60176" y="172139"/>
                  </a:lnTo>
                  <a:lnTo>
                    <a:pt x="54064" y="222879"/>
                  </a:lnTo>
                  <a:lnTo>
                    <a:pt x="48258" y="273682"/>
                  </a:lnTo>
                  <a:lnTo>
                    <a:pt x="37345" y="375412"/>
                  </a:lnTo>
                  <a:lnTo>
                    <a:pt x="32354" y="425442"/>
                  </a:lnTo>
                  <a:lnTo>
                    <a:pt x="27704" y="475487"/>
                  </a:lnTo>
                  <a:lnTo>
                    <a:pt x="23399" y="525546"/>
                  </a:lnTo>
                  <a:lnTo>
                    <a:pt x="19444" y="575620"/>
                  </a:lnTo>
                  <a:lnTo>
                    <a:pt x="15842" y="625709"/>
                  </a:lnTo>
                  <a:lnTo>
                    <a:pt x="12598" y="675812"/>
                  </a:lnTo>
                  <a:lnTo>
                    <a:pt x="9715" y="725929"/>
                  </a:lnTo>
                  <a:lnTo>
                    <a:pt x="7198" y="776062"/>
                  </a:lnTo>
                  <a:lnTo>
                    <a:pt x="5050" y="826209"/>
                  </a:lnTo>
                  <a:lnTo>
                    <a:pt x="3277" y="876372"/>
                  </a:lnTo>
                  <a:lnTo>
                    <a:pt x="1881" y="926550"/>
                  </a:lnTo>
                  <a:lnTo>
                    <a:pt x="866" y="976743"/>
                  </a:lnTo>
                  <a:lnTo>
                    <a:pt x="238" y="1026951"/>
                  </a:lnTo>
                  <a:lnTo>
                    <a:pt x="0" y="1077175"/>
                  </a:lnTo>
                  <a:lnTo>
                    <a:pt x="155" y="1127414"/>
                  </a:lnTo>
                  <a:lnTo>
                    <a:pt x="708" y="1177669"/>
                  </a:lnTo>
                  <a:lnTo>
                    <a:pt x="1664" y="1227940"/>
                  </a:lnTo>
                  <a:lnTo>
                    <a:pt x="3025" y="1278227"/>
                  </a:lnTo>
                  <a:lnTo>
                    <a:pt x="4797" y="1328529"/>
                  </a:lnTo>
                  <a:lnTo>
                    <a:pt x="6982" y="1378848"/>
                  </a:lnTo>
                  <a:lnTo>
                    <a:pt x="9586" y="1429183"/>
                  </a:lnTo>
                  <a:lnTo>
                    <a:pt x="12612" y="1479534"/>
                  </a:lnTo>
                  <a:lnTo>
                    <a:pt x="16064" y="1529901"/>
                  </a:lnTo>
                  <a:lnTo>
                    <a:pt x="19947" y="1580285"/>
                  </a:lnTo>
                  <a:lnTo>
                    <a:pt x="24264" y="1630685"/>
                  </a:lnTo>
                  <a:lnTo>
                    <a:pt x="29019" y="1681102"/>
                  </a:lnTo>
                  <a:lnTo>
                    <a:pt x="34217" y="1731535"/>
                  </a:lnTo>
                  <a:lnTo>
                    <a:pt x="39861" y="1781986"/>
                  </a:lnTo>
                  <a:lnTo>
                    <a:pt x="45956" y="1832453"/>
                  </a:lnTo>
                  <a:lnTo>
                    <a:pt x="52506" y="1882938"/>
                  </a:lnTo>
                  <a:lnTo>
                    <a:pt x="59514" y="1933439"/>
                  </a:lnTo>
                  <a:lnTo>
                    <a:pt x="66984" y="1983958"/>
                  </a:lnTo>
                  <a:lnTo>
                    <a:pt x="74921" y="2034494"/>
                  </a:lnTo>
                  <a:lnTo>
                    <a:pt x="83330" y="2085047"/>
                  </a:lnTo>
                  <a:lnTo>
                    <a:pt x="92212" y="2135618"/>
                  </a:lnTo>
                  <a:lnTo>
                    <a:pt x="101574" y="2186207"/>
                  </a:lnTo>
                  <a:lnTo>
                    <a:pt x="111419" y="2236813"/>
                  </a:lnTo>
                  <a:lnTo>
                    <a:pt x="121750" y="2287437"/>
                  </a:lnTo>
                  <a:lnTo>
                    <a:pt x="132572" y="2338079"/>
                  </a:lnTo>
                  <a:lnTo>
                    <a:pt x="143890" y="2388739"/>
                  </a:lnTo>
                  <a:lnTo>
                    <a:pt x="155706" y="2439417"/>
                  </a:lnTo>
                  <a:lnTo>
                    <a:pt x="168026" y="2490114"/>
                  </a:lnTo>
                  <a:lnTo>
                    <a:pt x="180853" y="2540828"/>
                  </a:lnTo>
                  <a:lnTo>
                    <a:pt x="194190" y="2591562"/>
                  </a:lnTo>
                  <a:lnTo>
                    <a:pt x="207100" y="2638957"/>
                  </a:lnTo>
                  <a:lnTo>
                    <a:pt x="220415" y="2686215"/>
                  </a:lnTo>
                  <a:lnTo>
                    <a:pt x="234136" y="2733336"/>
                  </a:lnTo>
                  <a:lnTo>
                    <a:pt x="248267" y="2780317"/>
                  </a:lnTo>
                  <a:lnTo>
                    <a:pt x="262809" y="2827158"/>
                  </a:lnTo>
                  <a:lnTo>
                    <a:pt x="277764" y="2873858"/>
                  </a:lnTo>
                  <a:lnTo>
                    <a:pt x="293136" y="2920417"/>
                  </a:lnTo>
                  <a:lnTo>
                    <a:pt x="308925" y="2966834"/>
                  </a:lnTo>
                  <a:lnTo>
                    <a:pt x="325135" y="3013107"/>
                  </a:lnTo>
                  <a:lnTo>
                    <a:pt x="341769" y="3059236"/>
                  </a:lnTo>
                  <a:lnTo>
                    <a:pt x="358827" y="3105221"/>
                  </a:lnTo>
                  <a:lnTo>
                    <a:pt x="376312" y="3151060"/>
                  </a:lnTo>
                  <a:lnTo>
                    <a:pt x="394227" y="3196753"/>
                  </a:lnTo>
                  <a:lnTo>
                    <a:pt x="412574" y="3242298"/>
                  </a:lnTo>
                  <a:lnTo>
                    <a:pt x="431356" y="3287696"/>
                  </a:lnTo>
                  <a:lnTo>
                    <a:pt x="450574" y="3332944"/>
                  </a:lnTo>
                  <a:lnTo>
                    <a:pt x="470230" y="3378043"/>
                  </a:lnTo>
                  <a:lnTo>
                    <a:pt x="490328" y="3422991"/>
                  </a:lnTo>
                  <a:lnTo>
                    <a:pt x="510869" y="3467788"/>
                  </a:lnTo>
                  <a:lnTo>
                    <a:pt x="531856" y="3512432"/>
                  </a:lnTo>
                  <a:lnTo>
                    <a:pt x="553290" y="3556924"/>
                  </a:lnTo>
                  <a:lnTo>
                    <a:pt x="575175" y="3601262"/>
                  </a:lnTo>
                  <a:lnTo>
                    <a:pt x="597512" y="3645445"/>
                  </a:lnTo>
                  <a:lnTo>
                    <a:pt x="620304" y="3689473"/>
                  </a:lnTo>
                  <a:lnTo>
                    <a:pt x="643553" y="3733345"/>
                  </a:lnTo>
                  <a:lnTo>
                    <a:pt x="667262" y="3777059"/>
                  </a:lnTo>
                  <a:lnTo>
                    <a:pt x="691432" y="3820616"/>
                  </a:lnTo>
                  <a:lnTo>
                    <a:pt x="716066" y="3864014"/>
                  </a:lnTo>
                  <a:lnTo>
                    <a:pt x="741166" y="3907252"/>
                  </a:lnTo>
                  <a:lnTo>
                    <a:pt x="766735" y="3950330"/>
                  </a:lnTo>
                  <a:lnTo>
                    <a:pt x="792774" y="3993247"/>
                  </a:lnTo>
                  <a:lnTo>
                    <a:pt x="819286" y="4036001"/>
                  </a:lnTo>
                  <a:lnTo>
                    <a:pt x="846274" y="4078593"/>
                  </a:lnTo>
                  <a:lnTo>
                    <a:pt x="873739" y="4121022"/>
                  </a:lnTo>
                  <a:lnTo>
                    <a:pt x="901684" y="4163285"/>
                  </a:lnTo>
                  <a:lnTo>
                    <a:pt x="930112" y="4205384"/>
                  </a:lnTo>
                  <a:lnTo>
                    <a:pt x="959023" y="4247317"/>
                  </a:lnTo>
                  <a:lnTo>
                    <a:pt x="988422" y="4289082"/>
                  </a:lnTo>
                  <a:lnTo>
                    <a:pt x="1018309" y="4330680"/>
                  </a:lnTo>
                  <a:lnTo>
                    <a:pt x="1048688" y="4372109"/>
                  </a:lnTo>
                  <a:lnTo>
                    <a:pt x="1079561" y="4413369"/>
                  </a:lnTo>
                  <a:lnTo>
                    <a:pt x="1110929" y="4454459"/>
                  </a:lnTo>
                  <a:lnTo>
                    <a:pt x="1142795" y="4495377"/>
                  </a:lnTo>
                  <a:lnTo>
                    <a:pt x="1175162" y="4536124"/>
                  </a:lnTo>
                  <a:lnTo>
                    <a:pt x="1208031" y="4576699"/>
                  </a:lnTo>
                  <a:lnTo>
                    <a:pt x="1239989" y="4615406"/>
                  </a:lnTo>
                  <a:lnTo>
                    <a:pt x="1272253" y="4653771"/>
                  </a:lnTo>
                  <a:lnTo>
                    <a:pt x="1304823" y="4691793"/>
                  </a:lnTo>
                  <a:lnTo>
                    <a:pt x="1337700" y="4729473"/>
                  </a:lnTo>
                  <a:lnTo>
                    <a:pt x="1370884" y="4766808"/>
                  </a:lnTo>
                  <a:lnTo>
                    <a:pt x="1404377" y="4803798"/>
                  </a:lnTo>
                  <a:lnTo>
                    <a:pt x="1438178" y="4840443"/>
                  </a:lnTo>
                  <a:lnTo>
                    <a:pt x="1472289" y="4876742"/>
                  </a:lnTo>
                  <a:lnTo>
                    <a:pt x="1506710" y="4912694"/>
                  </a:lnTo>
                  <a:lnTo>
                    <a:pt x="1541442" y="4948298"/>
                  </a:lnTo>
                  <a:lnTo>
                    <a:pt x="1576485" y="4983555"/>
                  </a:lnTo>
                  <a:lnTo>
                    <a:pt x="1611840" y="5018462"/>
                  </a:lnTo>
                  <a:lnTo>
                    <a:pt x="1647508" y="5053019"/>
                  </a:lnTo>
                  <a:lnTo>
                    <a:pt x="1683489" y="5087227"/>
                  </a:lnTo>
                  <a:lnTo>
                    <a:pt x="1719784" y="5121083"/>
                  </a:lnTo>
                  <a:lnTo>
                    <a:pt x="1756394" y="5154588"/>
                  </a:lnTo>
                  <a:lnTo>
                    <a:pt x="1793319" y="5187740"/>
                  </a:lnTo>
                  <a:lnTo>
                    <a:pt x="1830560" y="5220539"/>
                  </a:lnTo>
                  <a:lnTo>
                    <a:pt x="1868118" y="5252984"/>
                  </a:lnTo>
                  <a:lnTo>
                    <a:pt x="1905993" y="5285074"/>
                  </a:lnTo>
                  <a:lnTo>
                    <a:pt x="1944185" y="5316810"/>
                  </a:lnTo>
                  <a:lnTo>
                    <a:pt x="1982697" y="5348189"/>
                  </a:lnTo>
                  <a:lnTo>
                    <a:pt x="2021527" y="5379212"/>
                  </a:lnTo>
                  <a:lnTo>
                    <a:pt x="2060678" y="5409877"/>
                  </a:lnTo>
                  <a:lnTo>
                    <a:pt x="2100148" y="5440185"/>
                  </a:lnTo>
                  <a:lnTo>
                    <a:pt x="2139940" y="5470133"/>
                  </a:lnTo>
                  <a:lnTo>
                    <a:pt x="2180054" y="5499723"/>
                  </a:lnTo>
                  <a:lnTo>
                    <a:pt x="2220490" y="5528952"/>
                  </a:lnTo>
                  <a:lnTo>
                    <a:pt x="2261249" y="5557820"/>
                  </a:lnTo>
                  <a:lnTo>
                    <a:pt x="2302332" y="5586327"/>
                  </a:lnTo>
                  <a:lnTo>
                    <a:pt x="2343740" y="5614471"/>
                  </a:lnTo>
                  <a:lnTo>
                    <a:pt x="2385472" y="5642253"/>
                  </a:lnTo>
                  <a:lnTo>
                    <a:pt x="2427530" y="5669671"/>
                  </a:lnTo>
                  <a:lnTo>
                    <a:pt x="2469914" y="5696725"/>
                  </a:lnTo>
                  <a:lnTo>
                    <a:pt x="2512625" y="5723413"/>
                  </a:lnTo>
                  <a:lnTo>
                    <a:pt x="2555664" y="5749736"/>
                  </a:lnTo>
                  <a:lnTo>
                    <a:pt x="2599031" y="5775693"/>
                  </a:lnTo>
                  <a:lnTo>
                    <a:pt x="2642727" y="5801282"/>
                  </a:lnTo>
                  <a:lnTo>
                    <a:pt x="2686753" y="5826504"/>
                  </a:lnTo>
                  <a:lnTo>
                    <a:pt x="2731108" y="5851357"/>
                  </a:lnTo>
                  <a:lnTo>
                    <a:pt x="2775795" y="5875840"/>
                  </a:lnTo>
                  <a:lnTo>
                    <a:pt x="2820813" y="5899954"/>
                  </a:lnTo>
                  <a:lnTo>
                    <a:pt x="2866163" y="5923698"/>
                  </a:lnTo>
                  <a:lnTo>
                    <a:pt x="2911846" y="5947070"/>
                  </a:lnTo>
                  <a:lnTo>
                    <a:pt x="2957862" y="5970069"/>
                  </a:lnTo>
                  <a:lnTo>
                    <a:pt x="3004213" y="5992697"/>
                  </a:lnTo>
                  <a:lnTo>
                    <a:pt x="3050898" y="6014951"/>
                  </a:lnTo>
                  <a:lnTo>
                    <a:pt x="3097918" y="6036830"/>
                  </a:lnTo>
                  <a:lnTo>
                    <a:pt x="3142532" y="6056932"/>
                  </a:lnTo>
                  <a:lnTo>
                    <a:pt x="3187365" y="6076369"/>
                  </a:lnTo>
                  <a:lnTo>
                    <a:pt x="3232408" y="6095185"/>
                  </a:lnTo>
                  <a:lnTo>
                    <a:pt x="3277653" y="6113421"/>
                  </a:lnTo>
                  <a:lnTo>
                    <a:pt x="3323089" y="6131121"/>
                  </a:lnTo>
                  <a:lnTo>
                    <a:pt x="3368709" y="6148328"/>
                  </a:lnTo>
                  <a:lnTo>
                    <a:pt x="3414502" y="6165083"/>
                  </a:lnTo>
                  <a:lnTo>
                    <a:pt x="3460460" y="6181429"/>
                  </a:lnTo>
                  <a:lnTo>
                    <a:pt x="3506573" y="6197410"/>
                  </a:lnTo>
                  <a:lnTo>
                    <a:pt x="3552832" y="6213068"/>
                  </a:lnTo>
                  <a:lnTo>
                    <a:pt x="3602392" y="6229340"/>
                  </a:lnTo>
                  <a:lnTo>
                    <a:pt x="3652011" y="6245000"/>
                  </a:lnTo>
                  <a:lnTo>
                    <a:pt x="3701691" y="6260040"/>
                  </a:lnTo>
                  <a:lnTo>
                    <a:pt x="3751431" y="6274451"/>
                  </a:lnTo>
                  <a:lnTo>
                    <a:pt x="3801232" y="6288226"/>
                  </a:lnTo>
                  <a:lnTo>
                    <a:pt x="3851096" y="6301354"/>
                  </a:lnTo>
                  <a:lnTo>
                    <a:pt x="3901022" y="6313828"/>
                  </a:lnTo>
                  <a:lnTo>
                    <a:pt x="3951010" y="6325640"/>
                  </a:lnTo>
                  <a:lnTo>
                    <a:pt x="4001063" y="6336782"/>
                  </a:lnTo>
                  <a:lnTo>
                    <a:pt x="4051179" y="6347243"/>
                  </a:lnTo>
                  <a:lnTo>
                    <a:pt x="4101360" y="6357017"/>
                  </a:lnTo>
                  <a:lnTo>
                    <a:pt x="4151607" y="6366095"/>
                  </a:lnTo>
                  <a:lnTo>
                    <a:pt x="4201919" y="6374468"/>
                  </a:lnTo>
                  <a:lnTo>
                    <a:pt x="4252298" y="6382128"/>
                  </a:lnTo>
                  <a:lnTo>
                    <a:pt x="4302743" y="6389067"/>
                  </a:lnTo>
                  <a:lnTo>
                    <a:pt x="4353257" y="6395276"/>
                  </a:lnTo>
                  <a:lnTo>
                    <a:pt x="4403838" y="6400746"/>
                  </a:lnTo>
                  <a:lnTo>
                    <a:pt x="4454488" y="6405469"/>
                  </a:lnTo>
                  <a:lnTo>
                    <a:pt x="4505207" y="6409437"/>
                  </a:lnTo>
                  <a:lnTo>
                    <a:pt x="4555996" y="6412642"/>
                  </a:lnTo>
                  <a:lnTo>
                    <a:pt x="4606855" y="6415074"/>
                  </a:lnTo>
                  <a:lnTo>
                    <a:pt x="4657785" y="6416726"/>
                  </a:lnTo>
                  <a:lnTo>
                    <a:pt x="4708786" y="6417589"/>
                  </a:lnTo>
                  <a:lnTo>
                    <a:pt x="4761385" y="6417655"/>
                  </a:lnTo>
                  <a:lnTo>
                    <a:pt x="4813606" y="6416872"/>
                  </a:lnTo>
                  <a:lnTo>
                    <a:pt x="4865441" y="6415227"/>
                  </a:lnTo>
                  <a:lnTo>
                    <a:pt x="4916884" y="6412706"/>
                  </a:lnTo>
                  <a:lnTo>
                    <a:pt x="4967928" y="6409294"/>
                  </a:lnTo>
                  <a:lnTo>
                    <a:pt x="5018566" y="6404977"/>
                  </a:lnTo>
                  <a:lnTo>
                    <a:pt x="5068791" y="6399740"/>
                  </a:lnTo>
                  <a:lnTo>
                    <a:pt x="5118597" y="6393570"/>
                  </a:lnTo>
                  <a:lnTo>
                    <a:pt x="5167976" y="6386452"/>
                  </a:lnTo>
                  <a:lnTo>
                    <a:pt x="5216922" y="6378373"/>
                  </a:lnTo>
                  <a:lnTo>
                    <a:pt x="5265427" y="6369316"/>
                  </a:lnTo>
                  <a:lnTo>
                    <a:pt x="5324736" y="6355029"/>
                  </a:lnTo>
                  <a:lnTo>
                    <a:pt x="5324736" y="1685925"/>
                  </a:lnTo>
                  <a:lnTo>
                    <a:pt x="5240027" y="1639697"/>
                  </a:lnTo>
                  <a:lnTo>
                    <a:pt x="5200938" y="1617597"/>
                  </a:lnTo>
                  <a:lnTo>
                    <a:pt x="5160723" y="1594483"/>
                  </a:lnTo>
                  <a:lnTo>
                    <a:pt x="5119260" y="1570232"/>
                  </a:lnTo>
                  <a:lnTo>
                    <a:pt x="5076430" y="1544724"/>
                  </a:lnTo>
                  <a:lnTo>
                    <a:pt x="5032112" y="1517837"/>
                  </a:lnTo>
                  <a:lnTo>
                    <a:pt x="4986187" y="1489451"/>
                  </a:lnTo>
                  <a:lnTo>
                    <a:pt x="4938534" y="1459443"/>
                  </a:lnTo>
                  <a:lnTo>
                    <a:pt x="4889033" y="1427693"/>
                  </a:lnTo>
                  <a:lnTo>
                    <a:pt x="4837564" y="1394078"/>
                  </a:lnTo>
                  <a:lnTo>
                    <a:pt x="4795483" y="1366013"/>
                  </a:lnTo>
                  <a:lnTo>
                    <a:pt x="4753948" y="1337470"/>
                  </a:lnTo>
                  <a:lnTo>
                    <a:pt x="4712976" y="1308432"/>
                  </a:lnTo>
                  <a:lnTo>
                    <a:pt x="4672587" y="1278883"/>
                  </a:lnTo>
                  <a:lnTo>
                    <a:pt x="4632799" y="1248806"/>
                  </a:lnTo>
                  <a:lnTo>
                    <a:pt x="4593629" y="1218185"/>
                  </a:lnTo>
                  <a:lnTo>
                    <a:pt x="4555096" y="1187001"/>
                  </a:lnTo>
                  <a:lnTo>
                    <a:pt x="4517218" y="1155239"/>
                  </a:lnTo>
                  <a:lnTo>
                    <a:pt x="4480013" y="1122882"/>
                  </a:lnTo>
                  <a:lnTo>
                    <a:pt x="4443499" y="1089914"/>
                  </a:lnTo>
                  <a:lnTo>
                    <a:pt x="4407695" y="1056316"/>
                  </a:lnTo>
                  <a:lnTo>
                    <a:pt x="4372619" y="1022073"/>
                  </a:lnTo>
                  <a:lnTo>
                    <a:pt x="4338289" y="987168"/>
                  </a:lnTo>
                  <a:lnTo>
                    <a:pt x="4304724" y="951584"/>
                  </a:lnTo>
                  <a:lnTo>
                    <a:pt x="4271940" y="915304"/>
                  </a:lnTo>
                  <a:lnTo>
                    <a:pt x="4239957" y="878312"/>
                  </a:lnTo>
                  <a:lnTo>
                    <a:pt x="4208793" y="840591"/>
                  </a:lnTo>
                  <a:lnTo>
                    <a:pt x="4178466" y="802123"/>
                  </a:lnTo>
                  <a:lnTo>
                    <a:pt x="4148994" y="762893"/>
                  </a:lnTo>
                  <a:lnTo>
                    <a:pt x="4120395" y="722884"/>
                  </a:lnTo>
                  <a:lnTo>
                    <a:pt x="4090663" y="679120"/>
                  </a:lnTo>
                  <a:lnTo>
                    <a:pt x="4062200" y="635050"/>
                  </a:lnTo>
                  <a:lnTo>
                    <a:pt x="4034976" y="590681"/>
                  </a:lnTo>
                  <a:lnTo>
                    <a:pt x="4008964" y="546021"/>
                  </a:lnTo>
                  <a:lnTo>
                    <a:pt x="3984135" y="501079"/>
                  </a:lnTo>
                  <a:lnTo>
                    <a:pt x="3960460" y="455861"/>
                  </a:lnTo>
                  <a:lnTo>
                    <a:pt x="3937910" y="410377"/>
                  </a:lnTo>
                  <a:lnTo>
                    <a:pt x="3916457" y="364634"/>
                  </a:lnTo>
                  <a:lnTo>
                    <a:pt x="3896073" y="318640"/>
                  </a:lnTo>
                  <a:lnTo>
                    <a:pt x="3876728" y="272404"/>
                  </a:lnTo>
                  <a:lnTo>
                    <a:pt x="3858394" y="225932"/>
                  </a:lnTo>
                  <a:lnTo>
                    <a:pt x="3784988" y="0"/>
                  </a:lnTo>
                  <a:close/>
                </a:path>
              </a:pathLst>
            </a:custGeom>
            <a:solidFill>
              <a:srgbClr val="9F9D79">
                <a:alpha val="52156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1497" y="841324"/>
            <a:ext cx="432435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What</a:t>
            </a:r>
            <a:r>
              <a:rPr dirty="0" sz="3600" spc="-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is Java </a:t>
            </a:r>
            <a:r>
              <a:rPr dirty="0" sz="3600" spc="-10" b="1">
                <a:latin typeface="Times New Roman"/>
                <a:cs typeface="Times New Roman"/>
              </a:rPr>
              <a:t>Stream?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311145" y="2130298"/>
            <a:ext cx="8044180" cy="2769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7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Stream</a:t>
            </a:r>
            <a:r>
              <a:rPr dirty="0" sz="2400" spc="20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is</a:t>
            </a:r>
            <a:r>
              <a:rPr dirty="0" sz="2400" spc="20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2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sequence</a:t>
            </a:r>
            <a:r>
              <a:rPr dirty="0" sz="2400" spc="19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of</a:t>
            </a:r>
            <a:r>
              <a:rPr dirty="0" sz="2400" spc="2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elements</a:t>
            </a:r>
            <a:r>
              <a:rPr dirty="0" sz="2400" spc="2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from</a:t>
            </a:r>
            <a:r>
              <a:rPr dirty="0" sz="2400" spc="19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2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source</a:t>
            </a:r>
            <a:r>
              <a:rPr dirty="0" sz="2400" spc="204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that</a:t>
            </a:r>
            <a:r>
              <a:rPr dirty="0" sz="2400" spc="2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supports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aggregate</a:t>
            </a:r>
            <a:r>
              <a:rPr dirty="0" sz="2400" spc="409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operations.</a:t>
            </a:r>
            <a:r>
              <a:rPr dirty="0" sz="2400" spc="40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It</a:t>
            </a:r>
            <a:r>
              <a:rPr dirty="0" sz="2400" spc="39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is</a:t>
            </a:r>
            <a:r>
              <a:rPr dirty="0" sz="2400" spc="40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not</a:t>
            </a:r>
            <a:r>
              <a:rPr dirty="0" sz="2400" spc="409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40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data</a:t>
            </a:r>
            <a:r>
              <a:rPr dirty="0" sz="2400" spc="4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structure;</a:t>
            </a:r>
            <a:r>
              <a:rPr dirty="0" sz="2400" spc="40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it</a:t>
            </a:r>
            <a:r>
              <a:rPr dirty="0" sz="2400" spc="409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doesn't</a:t>
            </a:r>
            <a:r>
              <a:rPr dirty="0" sz="2400" spc="4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store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data.</a:t>
            </a:r>
            <a:r>
              <a:rPr dirty="0" sz="2400" spc="27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Instead,</a:t>
            </a:r>
            <a:r>
              <a:rPr dirty="0" sz="2400" spc="27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it</a:t>
            </a:r>
            <a:r>
              <a:rPr dirty="0" sz="2400" spc="275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conveys</a:t>
            </a:r>
            <a:r>
              <a:rPr dirty="0" sz="2400" spc="27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elements</a:t>
            </a:r>
            <a:r>
              <a:rPr dirty="0" sz="2400" spc="28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from</a:t>
            </a:r>
            <a:r>
              <a:rPr dirty="0" sz="2400" spc="26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27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source</a:t>
            </a:r>
            <a:r>
              <a:rPr dirty="0" sz="2400" spc="27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(like</a:t>
            </a:r>
            <a:r>
              <a:rPr dirty="0" sz="2400" spc="275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 spc="-50">
                <a:solidFill>
                  <a:srgbClr val="533D34"/>
                </a:solidFill>
                <a:latin typeface="Times New Roman"/>
                <a:cs typeface="Times New Roman"/>
              </a:rPr>
              <a:t>a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Collection,</a:t>
            </a:r>
            <a:r>
              <a:rPr dirty="0" sz="2400" spc="295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Array,</a:t>
            </a:r>
            <a:r>
              <a:rPr dirty="0" sz="2400" spc="30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or</a:t>
            </a:r>
            <a:r>
              <a:rPr dirty="0" sz="2400" spc="305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I/O</a:t>
            </a:r>
            <a:r>
              <a:rPr dirty="0" sz="2400" spc="30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channel)</a:t>
            </a:r>
            <a:r>
              <a:rPr dirty="0" sz="2400" spc="310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through</a:t>
            </a:r>
            <a:r>
              <a:rPr dirty="0" sz="2400" spc="305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305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pipeline</a:t>
            </a:r>
            <a:r>
              <a:rPr dirty="0" sz="2400" spc="305">
                <a:solidFill>
                  <a:srgbClr val="533D34"/>
                </a:solidFill>
                <a:latin typeface="Times New Roman"/>
                <a:cs typeface="Times New Roman"/>
              </a:rPr>
              <a:t>  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of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computational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steps.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918783" y="0"/>
            <a:ext cx="5273675" cy="6858000"/>
          </a:xfrm>
          <a:custGeom>
            <a:avLst/>
            <a:gdLst/>
            <a:ahLst/>
            <a:cxnLst/>
            <a:rect l="l" t="t" r="r" b="b"/>
            <a:pathLst>
              <a:path w="5273675" h="6858000">
                <a:moveTo>
                  <a:pt x="5273216" y="5883809"/>
                </a:moveTo>
                <a:lnTo>
                  <a:pt x="5151931" y="6167374"/>
                </a:lnTo>
                <a:lnTo>
                  <a:pt x="5132094" y="6211724"/>
                </a:lnTo>
                <a:lnTo>
                  <a:pt x="5112132" y="6256086"/>
                </a:lnTo>
                <a:lnTo>
                  <a:pt x="5092063" y="6300452"/>
                </a:lnTo>
                <a:lnTo>
                  <a:pt x="5051668" y="6389182"/>
                </a:lnTo>
                <a:lnTo>
                  <a:pt x="4970321" y="6566496"/>
                </a:lnTo>
                <a:lnTo>
                  <a:pt x="4837098" y="6857998"/>
                </a:lnTo>
                <a:lnTo>
                  <a:pt x="5273216" y="6857998"/>
                </a:lnTo>
                <a:lnTo>
                  <a:pt x="5273216" y="5883809"/>
                </a:lnTo>
                <a:close/>
              </a:path>
              <a:path w="5273675" h="6858000">
                <a:moveTo>
                  <a:pt x="5273216" y="0"/>
                </a:moveTo>
                <a:lnTo>
                  <a:pt x="13130" y="0"/>
                </a:lnTo>
                <a:lnTo>
                  <a:pt x="10590" y="17145"/>
                </a:lnTo>
                <a:lnTo>
                  <a:pt x="4362" y="86930"/>
                </a:lnTo>
                <a:lnTo>
                  <a:pt x="887" y="155676"/>
                </a:lnTo>
                <a:lnTo>
                  <a:pt x="0" y="223311"/>
                </a:lnTo>
                <a:lnTo>
                  <a:pt x="1534" y="289763"/>
                </a:lnTo>
                <a:lnTo>
                  <a:pt x="5324" y="354960"/>
                </a:lnTo>
                <a:lnTo>
                  <a:pt x="11203" y="418829"/>
                </a:lnTo>
                <a:lnTo>
                  <a:pt x="19006" y="481300"/>
                </a:lnTo>
                <a:lnTo>
                  <a:pt x="28567" y="542299"/>
                </a:lnTo>
                <a:lnTo>
                  <a:pt x="39719" y="601754"/>
                </a:lnTo>
                <a:lnTo>
                  <a:pt x="52296" y="659595"/>
                </a:lnTo>
                <a:lnTo>
                  <a:pt x="66133" y="715748"/>
                </a:lnTo>
                <a:lnTo>
                  <a:pt x="81063" y="770142"/>
                </a:lnTo>
                <a:lnTo>
                  <a:pt x="96921" y="822704"/>
                </a:lnTo>
                <a:lnTo>
                  <a:pt x="113540" y="873363"/>
                </a:lnTo>
                <a:lnTo>
                  <a:pt x="130754" y="922046"/>
                </a:lnTo>
                <a:lnTo>
                  <a:pt x="148398" y="968682"/>
                </a:lnTo>
                <a:lnTo>
                  <a:pt x="166304" y="1013198"/>
                </a:lnTo>
                <a:lnTo>
                  <a:pt x="184309" y="1055523"/>
                </a:lnTo>
                <a:lnTo>
                  <a:pt x="202244" y="1095584"/>
                </a:lnTo>
                <a:lnTo>
                  <a:pt x="219944" y="1133310"/>
                </a:lnTo>
                <a:lnTo>
                  <a:pt x="237244" y="1168628"/>
                </a:lnTo>
                <a:lnTo>
                  <a:pt x="269976" y="1231753"/>
                </a:lnTo>
                <a:lnTo>
                  <a:pt x="299113" y="1284383"/>
                </a:lnTo>
                <a:lnTo>
                  <a:pt x="323326" y="1325942"/>
                </a:lnTo>
                <a:lnTo>
                  <a:pt x="358608" y="1383586"/>
                </a:lnTo>
                <a:lnTo>
                  <a:pt x="384652" y="1423842"/>
                </a:lnTo>
                <a:lnTo>
                  <a:pt x="411292" y="1463169"/>
                </a:lnTo>
                <a:lnTo>
                  <a:pt x="438519" y="1501580"/>
                </a:lnTo>
                <a:lnTo>
                  <a:pt x="466324" y="1539089"/>
                </a:lnTo>
                <a:lnTo>
                  <a:pt x="494697" y="1575708"/>
                </a:lnTo>
                <a:lnTo>
                  <a:pt x="523628" y="1611450"/>
                </a:lnTo>
                <a:lnTo>
                  <a:pt x="553109" y="1646328"/>
                </a:lnTo>
                <a:lnTo>
                  <a:pt x="583128" y="1680355"/>
                </a:lnTo>
                <a:lnTo>
                  <a:pt x="613677" y="1713544"/>
                </a:lnTo>
                <a:lnTo>
                  <a:pt x="644746" y="1745907"/>
                </a:lnTo>
                <a:lnTo>
                  <a:pt x="676325" y="1777458"/>
                </a:lnTo>
                <a:lnTo>
                  <a:pt x="708405" y="1808210"/>
                </a:lnTo>
                <a:lnTo>
                  <a:pt x="740977" y="1838175"/>
                </a:lnTo>
                <a:lnTo>
                  <a:pt x="774030" y="1867366"/>
                </a:lnTo>
                <a:lnTo>
                  <a:pt x="807556" y="1895796"/>
                </a:lnTo>
                <a:lnTo>
                  <a:pt x="841544" y="1923479"/>
                </a:lnTo>
                <a:lnTo>
                  <a:pt x="875986" y="1950426"/>
                </a:lnTo>
                <a:lnTo>
                  <a:pt x="910870" y="1976651"/>
                </a:lnTo>
                <a:lnTo>
                  <a:pt x="946189" y="2002167"/>
                </a:lnTo>
                <a:lnTo>
                  <a:pt x="981932" y="2026986"/>
                </a:lnTo>
                <a:lnTo>
                  <a:pt x="1018089" y="2051122"/>
                </a:lnTo>
                <a:lnTo>
                  <a:pt x="1054652" y="2074588"/>
                </a:lnTo>
                <a:lnTo>
                  <a:pt x="1091610" y="2097395"/>
                </a:lnTo>
                <a:lnTo>
                  <a:pt x="1128954" y="2119558"/>
                </a:lnTo>
                <a:lnTo>
                  <a:pt x="1166675" y="2141089"/>
                </a:lnTo>
                <a:lnTo>
                  <a:pt x="1204762" y="2162001"/>
                </a:lnTo>
                <a:lnTo>
                  <a:pt x="1243207" y="2182307"/>
                </a:lnTo>
                <a:lnTo>
                  <a:pt x="1282000" y="2202020"/>
                </a:lnTo>
                <a:lnTo>
                  <a:pt x="1321130" y="2221153"/>
                </a:lnTo>
                <a:lnTo>
                  <a:pt x="1360589" y="2239718"/>
                </a:lnTo>
                <a:lnTo>
                  <a:pt x="1400367" y="2257728"/>
                </a:lnTo>
                <a:lnTo>
                  <a:pt x="1440455" y="2275197"/>
                </a:lnTo>
                <a:lnTo>
                  <a:pt x="1480842" y="2292137"/>
                </a:lnTo>
                <a:lnTo>
                  <a:pt x="1521519" y="2308561"/>
                </a:lnTo>
                <a:lnTo>
                  <a:pt x="1562477" y="2324483"/>
                </a:lnTo>
                <a:lnTo>
                  <a:pt x="1603707" y="2339914"/>
                </a:lnTo>
                <a:lnTo>
                  <a:pt x="1645197" y="2354868"/>
                </a:lnTo>
                <a:lnTo>
                  <a:pt x="1686940" y="2369358"/>
                </a:lnTo>
                <a:lnTo>
                  <a:pt x="1728925" y="2383397"/>
                </a:lnTo>
                <a:lnTo>
                  <a:pt x="1771142" y="2396997"/>
                </a:lnTo>
                <a:lnTo>
                  <a:pt x="1813583" y="2410171"/>
                </a:lnTo>
                <a:lnTo>
                  <a:pt x="1856238" y="2422933"/>
                </a:lnTo>
                <a:lnTo>
                  <a:pt x="1899096" y="2435295"/>
                </a:lnTo>
                <a:lnTo>
                  <a:pt x="1942149" y="2447270"/>
                </a:lnTo>
                <a:lnTo>
                  <a:pt x="2028800" y="2470111"/>
                </a:lnTo>
                <a:lnTo>
                  <a:pt x="2116114" y="2491559"/>
                </a:lnTo>
                <a:lnTo>
                  <a:pt x="2204014" y="2511718"/>
                </a:lnTo>
                <a:lnTo>
                  <a:pt x="2292424" y="2530690"/>
                </a:lnTo>
                <a:lnTo>
                  <a:pt x="2425827" y="2557149"/>
                </a:lnTo>
                <a:lnTo>
                  <a:pt x="2559946" y="2581519"/>
                </a:lnTo>
                <a:lnTo>
                  <a:pt x="2784366" y="2618438"/>
                </a:lnTo>
                <a:lnTo>
                  <a:pt x="3584294" y="2736211"/>
                </a:lnTo>
                <a:lnTo>
                  <a:pt x="3799139" y="2771642"/>
                </a:lnTo>
                <a:lnTo>
                  <a:pt x="3925515" y="2794809"/>
                </a:lnTo>
                <a:lnTo>
                  <a:pt x="4049676" y="2819832"/>
                </a:lnTo>
                <a:lnTo>
                  <a:pt x="4131092" y="2837717"/>
                </a:lnTo>
                <a:lnTo>
                  <a:pt x="4211333" y="2856686"/>
                </a:lnTo>
                <a:lnTo>
                  <a:pt x="4290321" y="2876840"/>
                </a:lnTo>
                <a:lnTo>
                  <a:pt x="4329321" y="2887395"/>
                </a:lnTo>
                <a:lnTo>
                  <a:pt x="4367980" y="2898284"/>
                </a:lnTo>
                <a:lnTo>
                  <a:pt x="4406287" y="2909522"/>
                </a:lnTo>
                <a:lnTo>
                  <a:pt x="4444234" y="2921120"/>
                </a:lnTo>
                <a:lnTo>
                  <a:pt x="4481809" y="2933093"/>
                </a:lnTo>
                <a:lnTo>
                  <a:pt x="4519005" y="2945452"/>
                </a:lnTo>
                <a:lnTo>
                  <a:pt x="4555811" y="2958211"/>
                </a:lnTo>
                <a:lnTo>
                  <a:pt x="4592217" y="2971383"/>
                </a:lnTo>
                <a:lnTo>
                  <a:pt x="4628215" y="2984980"/>
                </a:lnTo>
                <a:lnTo>
                  <a:pt x="4663795" y="2999016"/>
                </a:lnTo>
                <a:lnTo>
                  <a:pt x="4733660" y="3028454"/>
                </a:lnTo>
                <a:lnTo>
                  <a:pt x="4801736" y="3059800"/>
                </a:lnTo>
                <a:lnTo>
                  <a:pt x="4867947" y="3093157"/>
                </a:lnTo>
                <a:lnTo>
                  <a:pt x="4932216" y="3128629"/>
                </a:lnTo>
                <a:lnTo>
                  <a:pt x="4994467" y="3166319"/>
                </a:lnTo>
                <a:lnTo>
                  <a:pt x="5054623" y="3206330"/>
                </a:lnTo>
                <a:lnTo>
                  <a:pt x="5112607" y="3248765"/>
                </a:lnTo>
                <a:lnTo>
                  <a:pt x="5168342" y="3293727"/>
                </a:lnTo>
                <a:lnTo>
                  <a:pt x="5221753" y="3341320"/>
                </a:lnTo>
                <a:lnTo>
                  <a:pt x="5273216" y="3394464"/>
                </a:lnTo>
                <a:lnTo>
                  <a:pt x="5273216" y="0"/>
                </a:lnTo>
                <a:close/>
              </a:path>
            </a:pathLst>
          </a:custGeom>
          <a:solidFill>
            <a:srgbClr val="9F9D79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5261610" cy="1143000"/>
          </a:xfrm>
          <a:custGeom>
            <a:avLst/>
            <a:gdLst/>
            <a:ahLst/>
            <a:cxnLst/>
            <a:rect l="l" t="t" r="r" b="b"/>
            <a:pathLst>
              <a:path w="5261610" h="1143000">
                <a:moveTo>
                  <a:pt x="0" y="7493"/>
                </a:moveTo>
                <a:lnTo>
                  <a:pt x="139496" y="66294"/>
                </a:lnTo>
                <a:lnTo>
                  <a:pt x="912139" y="392302"/>
                </a:lnTo>
                <a:lnTo>
                  <a:pt x="996073" y="427320"/>
                </a:lnTo>
                <a:lnTo>
                  <a:pt x="1078149" y="461293"/>
                </a:lnTo>
                <a:lnTo>
                  <a:pt x="1158393" y="494236"/>
                </a:lnTo>
                <a:lnTo>
                  <a:pt x="1236830" y="526162"/>
                </a:lnTo>
                <a:lnTo>
                  <a:pt x="1313486" y="557087"/>
                </a:lnTo>
                <a:lnTo>
                  <a:pt x="1388387" y="587023"/>
                </a:lnTo>
                <a:lnTo>
                  <a:pt x="1461559" y="615986"/>
                </a:lnTo>
                <a:lnTo>
                  <a:pt x="1533027" y="643990"/>
                </a:lnTo>
                <a:lnTo>
                  <a:pt x="1602818" y="671048"/>
                </a:lnTo>
                <a:lnTo>
                  <a:pt x="1670957" y="697176"/>
                </a:lnTo>
                <a:lnTo>
                  <a:pt x="1737470" y="722387"/>
                </a:lnTo>
                <a:lnTo>
                  <a:pt x="1802383" y="746697"/>
                </a:lnTo>
                <a:lnTo>
                  <a:pt x="1865722" y="770118"/>
                </a:lnTo>
                <a:lnTo>
                  <a:pt x="1927511" y="792665"/>
                </a:lnTo>
                <a:lnTo>
                  <a:pt x="1987778" y="814353"/>
                </a:lnTo>
                <a:lnTo>
                  <a:pt x="2046548" y="835196"/>
                </a:lnTo>
                <a:lnTo>
                  <a:pt x="2103847" y="855208"/>
                </a:lnTo>
                <a:lnTo>
                  <a:pt x="2159700" y="874403"/>
                </a:lnTo>
                <a:lnTo>
                  <a:pt x="2214133" y="892796"/>
                </a:lnTo>
                <a:lnTo>
                  <a:pt x="2267173" y="910401"/>
                </a:lnTo>
                <a:lnTo>
                  <a:pt x="2318845" y="927231"/>
                </a:lnTo>
                <a:lnTo>
                  <a:pt x="2369174" y="943302"/>
                </a:lnTo>
                <a:lnTo>
                  <a:pt x="2418187" y="958628"/>
                </a:lnTo>
                <a:lnTo>
                  <a:pt x="2465909" y="973222"/>
                </a:lnTo>
                <a:lnTo>
                  <a:pt x="2512367" y="987100"/>
                </a:lnTo>
                <a:lnTo>
                  <a:pt x="2557585" y="1000275"/>
                </a:lnTo>
                <a:lnTo>
                  <a:pt x="2601590" y="1012762"/>
                </a:lnTo>
                <a:lnTo>
                  <a:pt x="2644408" y="1024574"/>
                </a:lnTo>
                <a:lnTo>
                  <a:pt x="2686063" y="1035727"/>
                </a:lnTo>
                <a:lnTo>
                  <a:pt x="2726583" y="1046234"/>
                </a:lnTo>
                <a:lnTo>
                  <a:pt x="2765993" y="1056110"/>
                </a:lnTo>
                <a:lnTo>
                  <a:pt x="2804319" y="1065368"/>
                </a:lnTo>
                <a:lnTo>
                  <a:pt x="2841586" y="1074024"/>
                </a:lnTo>
                <a:lnTo>
                  <a:pt x="2913048" y="1089584"/>
                </a:lnTo>
                <a:lnTo>
                  <a:pt x="2980586" y="1102904"/>
                </a:lnTo>
                <a:lnTo>
                  <a:pt x="3044405" y="1114098"/>
                </a:lnTo>
                <a:lnTo>
                  <a:pt x="3104713" y="1123280"/>
                </a:lnTo>
                <a:lnTo>
                  <a:pt x="3161715" y="1130563"/>
                </a:lnTo>
                <a:lnTo>
                  <a:pt x="3215619" y="1136063"/>
                </a:lnTo>
                <a:lnTo>
                  <a:pt x="3266630" y="1139893"/>
                </a:lnTo>
                <a:lnTo>
                  <a:pt x="3314955" y="1142167"/>
                </a:lnTo>
                <a:lnTo>
                  <a:pt x="3360801" y="1143000"/>
                </a:lnTo>
                <a:lnTo>
                  <a:pt x="3421922" y="1141921"/>
                </a:lnTo>
                <a:lnTo>
                  <a:pt x="3479056" y="1138517"/>
                </a:lnTo>
                <a:lnTo>
                  <a:pt x="3532790" y="1133109"/>
                </a:lnTo>
                <a:lnTo>
                  <a:pt x="3583709" y="1126019"/>
                </a:lnTo>
                <a:lnTo>
                  <a:pt x="3632398" y="1117567"/>
                </a:lnTo>
                <a:lnTo>
                  <a:pt x="3679444" y="1108075"/>
                </a:lnTo>
                <a:lnTo>
                  <a:pt x="3720568" y="1098924"/>
                </a:lnTo>
                <a:lnTo>
                  <a:pt x="3762211" y="1088923"/>
                </a:lnTo>
                <a:lnTo>
                  <a:pt x="3804322" y="1078071"/>
                </a:lnTo>
                <a:lnTo>
                  <a:pt x="3846851" y="1066367"/>
                </a:lnTo>
                <a:lnTo>
                  <a:pt x="3889746" y="1053808"/>
                </a:lnTo>
                <a:lnTo>
                  <a:pt x="3932957" y="1040393"/>
                </a:lnTo>
                <a:lnTo>
                  <a:pt x="3976435" y="1026121"/>
                </a:lnTo>
                <a:lnTo>
                  <a:pt x="4020128" y="1010989"/>
                </a:lnTo>
                <a:lnTo>
                  <a:pt x="4063985" y="994997"/>
                </a:lnTo>
                <a:lnTo>
                  <a:pt x="4107957" y="978142"/>
                </a:lnTo>
                <a:lnTo>
                  <a:pt x="4151993" y="960423"/>
                </a:lnTo>
                <a:lnTo>
                  <a:pt x="4196042" y="941839"/>
                </a:lnTo>
                <a:lnTo>
                  <a:pt x="4240054" y="922387"/>
                </a:lnTo>
                <a:lnTo>
                  <a:pt x="4283978" y="902066"/>
                </a:lnTo>
                <a:lnTo>
                  <a:pt x="4327763" y="880875"/>
                </a:lnTo>
                <a:lnTo>
                  <a:pt x="4371361" y="858813"/>
                </a:lnTo>
                <a:lnTo>
                  <a:pt x="4414718" y="835876"/>
                </a:lnTo>
                <a:lnTo>
                  <a:pt x="4457787" y="812064"/>
                </a:lnTo>
                <a:lnTo>
                  <a:pt x="4500514" y="787376"/>
                </a:lnTo>
                <a:lnTo>
                  <a:pt x="4542851" y="761808"/>
                </a:lnTo>
                <a:lnTo>
                  <a:pt x="4584747" y="735361"/>
                </a:lnTo>
                <a:lnTo>
                  <a:pt x="4626151" y="708032"/>
                </a:lnTo>
                <a:lnTo>
                  <a:pt x="4667013" y="679820"/>
                </a:lnTo>
                <a:lnTo>
                  <a:pt x="4707282" y="650723"/>
                </a:lnTo>
                <a:lnTo>
                  <a:pt x="4746907" y="620740"/>
                </a:lnTo>
                <a:lnTo>
                  <a:pt x="4785839" y="589869"/>
                </a:lnTo>
                <a:lnTo>
                  <a:pt x="4824026" y="558107"/>
                </a:lnTo>
                <a:lnTo>
                  <a:pt x="4861418" y="525455"/>
                </a:lnTo>
                <a:lnTo>
                  <a:pt x="4897965" y="491910"/>
                </a:lnTo>
                <a:lnTo>
                  <a:pt x="4933617" y="457470"/>
                </a:lnTo>
                <a:lnTo>
                  <a:pt x="4968321" y="422134"/>
                </a:lnTo>
                <a:lnTo>
                  <a:pt x="5002029" y="385900"/>
                </a:lnTo>
                <a:lnTo>
                  <a:pt x="5034690" y="348767"/>
                </a:lnTo>
                <a:lnTo>
                  <a:pt x="5066252" y="310733"/>
                </a:lnTo>
                <a:lnTo>
                  <a:pt x="5096666" y="271797"/>
                </a:lnTo>
                <a:lnTo>
                  <a:pt x="5125882" y="231957"/>
                </a:lnTo>
                <a:lnTo>
                  <a:pt x="5153847" y="191210"/>
                </a:lnTo>
                <a:lnTo>
                  <a:pt x="5180513" y="149557"/>
                </a:lnTo>
                <a:lnTo>
                  <a:pt x="5205828" y="106995"/>
                </a:lnTo>
                <a:lnTo>
                  <a:pt x="5229743" y="63522"/>
                </a:lnTo>
                <a:lnTo>
                  <a:pt x="5252206" y="19136"/>
                </a:lnTo>
                <a:lnTo>
                  <a:pt x="5261061" y="0"/>
                </a:lnTo>
              </a:path>
            </a:pathLst>
          </a:custGeom>
          <a:ln w="60325">
            <a:solidFill>
              <a:srgbClr val="FDF3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012721" y="3200880"/>
            <a:ext cx="4179570" cy="3657600"/>
          </a:xfrm>
          <a:custGeom>
            <a:avLst/>
            <a:gdLst/>
            <a:ahLst/>
            <a:cxnLst/>
            <a:rect l="l" t="t" r="r" b="b"/>
            <a:pathLst>
              <a:path w="4179570" h="3657600">
                <a:moveTo>
                  <a:pt x="0" y="3657119"/>
                </a:moveTo>
                <a:lnTo>
                  <a:pt x="28282" y="3519680"/>
                </a:lnTo>
                <a:lnTo>
                  <a:pt x="40482" y="3474223"/>
                </a:lnTo>
                <a:lnTo>
                  <a:pt x="53713" y="3428581"/>
                </a:lnTo>
                <a:lnTo>
                  <a:pt x="67988" y="3382837"/>
                </a:lnTo>
                <a:lnTo>
                  <a:pt x="83321" y="3337072"/>
                </a:lnTo>
                <a:lnTo>
                  <a:pt x="99726" y="3291366"/>
                </a:lnTo>
                <a:lnTo>
                  <a:pt x="117216" y="3245803"/>
                </a:lnTo>
                <a:lnTo>
                  <a:pt x="135804" y="3200462"/>
                </a:lnTo>
                <a:lnTo>
                  <a:pt x="155504" y="3155427"/>
                </a:lnTo>
                <a:lnTo>
                  <a:pt x="176329" y="3110777"/>
                </a:lnTo>
                <a:lnTo>
                  <a:pt x="198294" y="3066596"/>
                </a:lnTo>
                <a:lnTo>
                  <a:pt x="221410" y="3022964"/>
                </a:lnTo>
                <a:lnTo>
                  <a:pt x="245692" y="2979963"/>
                </a:lnTo>
                <a:lnTo>
                  <a:pt x="271154" y="2937674"/>
                </a:lnTo>
                <a:lnTo>
                  <a:pt x="297808" y="2896180"/>
                </a:lnTo>
                <a:lnTo>
                  <a:pt x="325669" y="2855561"/>
                </a:lnTo>
                <a:lnTo>
                  <a:pt x="354749" y="2815899"/>
                </a:lnTo>
                <a:lnTo>
                  <a:pt x="385062" y="2777275"/>
                </a:lnTo>
                <a:lnTo>
                  <a:pt x="416622" y="2739772"/>
                </a:lnTo>
                <a:lnTo>
                  <a:pt x="449442" y="2703470"/>
                </a:lnTo>
                <a:lnTo>
                  <a:pt x="483535" y="2668452"/>
                </a:lnTo>
                <a:lnTo>
                  <a:pt x="518915" y="2634798"/>
                </a:lnTo>
                <a:lnTo>
                  <a:pt x="555596" y="2602590"/>
                </a:lnTo>
                <a:lnTo>
                  <a:pt x="593591" y="2571911"/>
                </a:lnTo>
                <a:lnTo>
                  <a:pt x="632913" y="2542840"/>
                </a:lnTo>
                <a:lnTo>
                  <a:pt x="673576" y="2515460"/>
                </a:lnTo>
                <a:lnTo>
                  <a:pt x="715593" y="2489853"/>
                </a:lnTo>
                <a:lnTo>
                  <a:pt x="758978" y="2466100"/>
                </a:lnTo>
                <a:lnTo>
                  <a:pt x="803744" y="2444282"/>
                </a:lnTo>
                <a:lnTo>
                  <a:pt x="851075" y="2424041"/>
                </a:lnTo>
                <a:lnTo>
                  <a:pt x="898200" y="2406655"/>
                </a:lnTo>
                <a:lnTo>
                  <a:pt x="945109" y="2391995"/>
                </a:lnTo>
                <a:lnTo>
                  <a:pt x="991793" y="2379935"/>
                </a:lnTo>
                <a:lnTo>
                  <a:pt x="1038243" y="2370349"/>
                </a:lnTo>
                <a:lnTo>
                  <a:pt x="1084449" y="2363110"/>
                </a:lnTo>
                <a:lnTo>
                  <a:pt x="1130402" y="2358091"/>
                </a:lnTo>
                <a:lnTo>
                  <a:pt x="1176093" y="2355165"/>
                </a:lnTo>
                <a:lnTo>
                  <a:pt x="1221511" y="2354206"/>
                </a:lnTo>
                <a:lnTo>
                  <a:pt x="1266648" y="2355087"/>
                </a:lnTo>
                <a:lnTo>
                  <a:pt x="1311495" y="2357681"/>
                </a:lnTo>
                <a:lnTo>
                  <a:pt x="1356041" y="2361861"/>
                </a:lnTo>
                <a:lnTo>
                  <a:pt x="1400278" y="2367501"/>
                </a:lnTo>
                <a:lnTo>
                  <a:pt x="1444195" y="2374474"/>
                </a:lnTo>
                <a:lnTo>
                  <a:pt x="1487784" y="2382654"/>
                </a:lnTo>
                <a:lnTo>
                  <a:pt x="1531036" y="2391913"/>
                </a:lnTo>
                <a:lnTo>
                  <a:pt x="1573940" y="2402125"/>
                </a:lnTo>
                <a:lnTo>
                  <a:pt x="1616487" y="2413162"/>
                </a:lnTo>
                <a:lnTo>
                  <a:pt x="1658668" y="2424900"/>
                </a:lnTo>
                <a:lnTo>
                  <a:pt x="1700474" y="2437210"/>
                </a:lnTo>
                <a:lnTo>
                  <a:pt x="1741894" y="2449965"/>
                </a:lnTo>
                <a:lnTo>
                  <a:pt x="1782920" y="2463040"/>
                </a:lnTo>
                <a:lnTo>
                  <a:pt x="1823543" y="2476308"/>
                </a:lnTo>
                <a:lnTo>
                  <a:pt x="1863752" y="2489641"/>
                </a:lnTo>
                <a:lnTo>
                  <a:pt x="1903539" y="2502913"/>
                </a:lnTo>
                <a:lnTo>
                  <a:pt x="1942894" y="2515998"/>
                </a:lnTo>
                <a:lnTo>
                  <a:pt x="1981807" y="2528768"/>
                </a:lnTo>
                <a:lnTo>
                  <a:pt x="2020269" y="2541096"/>
                </a:lnTo>
                <a:lnTo>
                  <a:pt x="2058271" y="2552857"/>
                </a:lnTo>
                <a:lnTo>
                  <a:pt x="2095803" y="2563924"/>
                </a:lnTo>
                <a:lnTo>
                  <a:pt x="2132857" y="2574168"/>
                </a:lnTo>
                <a:lnTo>
                  <a:pt x="2205488" y="2591687"/>
                </a:lnTo>
                <a:lnTo>
                  <a:pt x="2276090" y="2604400"/>
                </a:lnTo>
                <a:lnTo>
                  <a:pt x="2344587" y="2611292"/>
                </a:lnTo>
                <a:lnTo>
                  <a:pt x="2378023" y="2612239"/>
                </a:lnTo>
                <a:lnTo>
                  <a:pt x="2410904" y="2611351"/>
                </a:lnTo>
                <a:lnTo>
                  <a:pt x="2474966" y="2603562"/>
                </a:lnTo>
                <a:lnTo>
                  <a:pt x="2536697" y="2586912"/>
                </a:lnTo>
                <a:lnTo>
                  <a:pt x="2596021" y="2560386"/>
                </a:lnTo>
                <a:lnTo>
                  <a:pt x="2652864" y="2522971"/>
                </a:lnTo>
                <a:lnTo>
                  <a:pt x="2701283" y="2479225"/>
                </a:lnTo>
                <a:lnTo>
                  <a:pt x="2741616" y="2430131"/>
                </a:lnTo>
                <a:lnTo>
                  <a:pt x="2774540" y="2376017"/>
                </a:lnTo>
                <a:lnTo>
                  <a:pt x="2800736" y="2317210"/>
                </a:lnTo>
                <a:lnTo>
                  <a:pt x="2820883" y="2254035"/>
                </a:lnTo>
                <a:lnTo>
                  <a:pt x="2835661" y="2186821"/>
                </a:lnTo>
                <a:lnTo>
                  <a:pt x="2845747" y="2115894"/>
                </a:lnTo>
                <a:lnTo>
                  <a:pt x="2851823" y="2041580"/>
                </a:lnTo>
                <a:lnTo>
                  <a:pt x="2853569" y="2003256"/>
                </a:lnTo>
                <a:lnTo>
                  <a:pt x="2854566" y="1964207"/>
                </a:lnTo>
                <a:lnTo>
                  <a:pt x="2854901" y="1924475"/>
                </a:lnTo>
                <a:lnTo>
                  <a:pt x="2854657" y="1884101"/>
                </a:lnTo>
                <a:lnTo>
                  <a:pt x="2853920" y="1843126"/>
                </a:lnTo>
                <a:lnTo>
                  <a:pt x="2852775" y="1801590"/>
                </a:lnTo>
                <a:lnTo>
                  <a:pt x="2851306" y="1759535"/>
                </a:lnTo>
                <a:lnTo>
                  <a:pt x="2849598" y="1717000"/>
                </a:lnTo>
                <a:lnTo>
                  <a:pt x="2847736" y="1674028"/>
                </a:lnTo>
                <a:lnTo>
                  <a:pt x="2845806" y="1630658"/>
                </a:lnTo>
                <a:lnTo>
                  <a:pt x="2843892" y="1586932"/>
                </a:lnTo>
                <a:lnTo>
                  <a:pt x="2842079" y="1542891"/>
                </a:lnTo>
                <a:lnTo>
                  <a:pt x="2840452" y="1498575"/>
                </a:lnTo>
                <a:lnTo>
                  <a:pt x="2839095" y="1454025"/>
                </a:lnTo>
                <a:lnTo>
                  <a:pt x="2838095" y="1409282"/>
                </a:lnTo>
                <a:lnTo>
                  <a:pt x="2837535" y="1364388"/>
                </a:lnTo>
                <a:lnTo>
                  <a:pt x="2837500" y="1319382"/>
                </a:lnTo>
                <a:lnTo>
                  <a:pt x="2838076" y="1274306"/>
                </a:lnTo>
                <a:lnTo>
                  <a:pt x="2839347" y="1229201"/>
                </a:lnTo>
                <a:lnTo>
                  <a:pt x="2841399" y="1184106"/>
                </a:lnTo>
                <a:lnTo>
                  <a:pt x="2844316" y="1139065"/>
                </a:lnTo>
                <a:lnTo>
                  <a:pt x="2848183" y="1094116"/>
                </a:lnTo>
                <a:lnTo>
                  <a:pt x="2853085" y="1049301"/>
                </a:lnTo>
                <a:lnTo>
                  <a:pt x="2859106" y="1004661"/>
                </a:lnTo>
                <a:lnTo>
                  <a:pt x="2866333" y="960237"/>
                </a:lnTo>
                <a:lnTo>
                  <a:pt x="2874849" y="916069"/>
                </a:lnTo>
                <a:lnTo>
                  <a:pt x="2884740" y="872199"/>
                </a:lnTo>
                <a:lnTo>
                  <a:pt x="2896091" y="828666"/>
                </a:lnTo>
                <a:lnTo>
                  <a:pt x="2908986" y="785513"/>
                </a:lnTo>
                <a:lnTo>
                  <a:pt x="2923510" y="742780"/>
                </a:lnTo>
                <a:lnTo>
                  <a:pt x="2939749" y="700508"/>
                </a:lnTo>
                <a:lnTo>
                  <a:pt x="2957787" y="658737"/>
                </a:lnTo>
                <a:lnTo>
                  <a:pt x="2977708" y="617509"/>
                </a:lnTo>
                <a:lnTo>
                  <a:pt x="2999599" y="576864"/>
                </a:lnTo>
                <a:lnTo>
                  <a:pt x="3023544" y="536844"/>
                </a:lnTo>
                <a:lnTo>
                  <a:pt x="3049628" y="497489"/>
                </a:lnTo>
                <a:lnTo>
                  <a:pt x="3077935" y="458839"/>
                </a:lnTo>
                <a:lnTo>
                  <a:pt x="3108551" y="420936"/>
                </a:lnTo>
                <a:lnTo>
                  <a:pt x="3141560" y="383821"/>
                </a:lnTo>
                <a:lnTo>
                  <a:pt x="3191280" y="333907"/>
                </a:lnTo>
                <a:lnTo>
                  <a:pt x="3242626" y="288589"/>
                </a:lnTo>
                <a:lnTo>
                  <a:pt x="3295121" y="247648"/>
                </a:lnTo>
                <a:lnTo>
                  <a:pt x="3348286" y="210865"/>
                </a:lnTo>
                <a:lnTo>
                  <a:pt x="3401641" y="178018"/>
                </a:lnTo>
                <a:lnTo>
                  <a:pt x="3454707" y="148888"/>
                </a:lnTo>
                <a:lnTo>
                  <a:pt x="3507005" y="123255"/>
                </a:lnTo>
                <a:lnTo>
                  <a:pt x="3558057" y="100898"/>
                </a:lnTo>
                <a:lnTo>
                  <a:pt x="3607382" y="81598"/>
                </a:lnTo>
                <a:lnTo>
                  <a:pt x="3654502" y="65135"/>
                </a:lnTo>
                <a:lnTo>
                  <a:pt x="3698937" y="51287"/>
                </a:lnTo>
                <a:lnTo>
                  <a:pt x="3740210" y="39836"/>
                </a:lnTo>
                <a:lnTo>
                  <a:pt x="3777839" y="30561"/>
                </a:lnTo>
                <a:lnTo>
                  <a:pt x="3840255" y="17660"/>
                </a:lnTo>
                <a:lnTo>
                  <a:pt x="3882351" y="10822"/>
                </a:lnTo>
                <a:lnTo>
                  <a:pt x="3932387" y="4865"/>
                </a:lnTo>
                <a:lnTo>
                  <a:pt x="3982316" y="1266"/>
                </a:lnTo>
                <a:lnTo>
                  <a:pt x="4032174" y="0"/>
                </a:lnTo>
                <a:lnTo>
                  <a:pt x="4081995" y="1043"/>
                </a:lnTo>
                <a:lnTo>
                  <a:pt x="4109015" y="2694"/>
                </a:lnTo>
                <a:lnTo>
                  <a:pt x="4138510" y="5298"/>
                </a:lnTo>
                <a:lnTo>
                  <a:pt x="4168006" y="8473"/>
                </a:lnTo>
                <a:lnTo>
                  <a:pt x="4179277" y="9877"/>
                </a:lnTo>
              </a:path>
            </a:pathLst>
          </a:custGeom>
          <a:ln w="85725">
            <a:solidFill>
              <a:srgbClr val="FDF3E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7392" y="259207"/>
            <a:ext cx="43910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1">
                <a:latin typeface="Times New Roman"/>
                <a:cs typeface="Times New Roman"/>
              </a:rPr>
              <a:t>Types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of</a:t>
            </a:r>
            <a:r>
              <a:rPr dirty="0" sz="3600" spc="-7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Java</a:t>
            </a:r>
            <a:r>
              <a:rPr dirty="0" sz="3600" spc="-70" b="1">
                <a:latin typeface="Times New Roman"/>
                <a:cs typeface="Times New Roman"/>
              </a:rPr>
              <a:t> </a:t>
            </a:r>
            <a:r>
              <a:rPr dirty="0" sz="3600" spc="-10" b="1">
                <a:latin typeface="Times New Roman"/>
                <a:cs typeface="Times New Roman"/>
              </a:rPr>
              <a:t>Streams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 rot="10860000">
            <a:off x="-70189" y="1589556"/>
            <a:ext cx="238665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 spc="-50">
                <a:solidFill>
                  <a:srgbClr val="533D34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09369" y="1019047"/>
            <a:ext cx="10412730" cy="5572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1.</a:t>
            </a:r>
            <a:r>
              <a:rPr dirty="0" sz="2400" spc="-3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Input</a:t>
            </a:r>
            <a:r>
              <a:rPr dirty="0" sz="2400" spc="-2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Stream: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An</a:t>
            </a:r>
            <a:r>
              <a:rPr dirty="0" sz="2400" spc="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Input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Stream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is used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to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read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data from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source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(like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file,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keyboard,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or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network)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Base</a:t>
            </a:r>
            <a:r>
              <a:rPr dirty="0" sz="2400" spc="-1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class:</a:t>
            </a:r>
            <a:r>
              <a:rPr dirty="0" sz="2400" spc="-1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InputStream</a:t>
            </a:r>
            <a:endParaRPr sz="2400">
              <a:latin typeface="Times New Roman"/>
              <a:cs typeface="Times New Roman"/>
            </a:endParaRPr>
          </a:p>
          <a:p>
            <a:pPr marL="356235">
              <a:lnSpc>
                <a:spcPct val="100000"/>
              </a:lnSpc>
              <a:spcBef>
                <a:spcPts val="2395"/>
              </a:spcBef>
            </a:pPr>
            <a:r>
              <a:rPr dirty="0" sz="1800" spc="-10" b="1">
                <a:solidFill>
                  <a:srgbClr val="533D34"/>
                </a:solidFill>
                <a:latin typeface="Times New Roman"/>
                <a:cs typeface="Times New Roman"/>
              </a:rPr>
              <a:t>Example:</a:t>
            </a:r>
            <a:endParaRPr sz="1800">
              <a:latin typeface="Times New Roman"/>
              <a:cs typeface="Times New Roman"/>
            </a:endParaRPr>
          </a:p>
          <a:p>
            <a:pPr marL="356235">
              <a:lnSpc>
                <a:spcPct val="100000"/>
              </a:lnSpc>
            </a:pP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import</a:t>
            </a:r>
            <a:r>
              <a:rPr dirty="0" sz="1800" spc="-6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java.io.FileInputStream;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algn="just" marL="356235">
              <a:lnSpc>
                <a:spcPct val="100000"/>
              </a:lnSpc>
            </a:pP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public</a:t>
            </a:r>
            <a:r>
              <a:rPr dirty="0" sz="1800" spc="-6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class</a:t>
            </a:r>
            <a:r>
              <a:rPr dirty="0" sz="18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InputExample</a:t>
            </a:r>
            <a:r>
              <a:rPr dirty="0" sz="1800" spc="-6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533D34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algn="just" marL="814069" marR="4602480" indent="-229235">
              <a:lnSpc>
                <a:spcPct val="100000"/>
              </a:lnSpc>
            </a:pP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public</a:t>
            </a:r>
            <a:r>
              <a:rPr dirty="0" sz="18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static</a:t>
            </a:r>
            <a:r>
              <a:rPr dirty="0" sz="18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void</a:t>
            </a:r>
            <a:r>
              <a:rPr dirty="0" sz="18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main(String[]</a:t>
            </a:r>
            <a:r>
              <a:rPr dirty="0" sz="18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args)</a:t>
            </a: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throws</a:t>
            </a: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Exception</a:t>
            </a:r>
            <a:r>
              <a:rPr dirty="0" sz="18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533D34"/>
                </a:solidFill>
                <a:latin typeface="Times New Roman"/>
                <a:cs typeface="Times New Roman"/>
              </a:rPr>
              <a:t>{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FileInputStream</a:t>
            </a:r>
            <a:r>
              <a:rPr dirty="0" sz="18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fis</a:t>
            </a:r>
            <a:r>
              <a:rPr dirty="0" sz="18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18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new</a:t>
            </a:r>
            <a:r>
              <a:rPr dirty="0" sz="18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FileInputStream("test.txt");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int </a:t>
            </a: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data;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Times New Roman"/>
              <a:cs typeface="Times New Roman"/>
            </a:endParaRPr>
          </a:p>
          <a:p>
            <a:pPr marL="1042669" marR="6701790" indent="-228600">
              <a:lnSpc>
                <a:spcPct val="100000"/>
              </a:lnSpc>
            </a:pP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while((data</a:t>
            </a:r>
            <a:r>
              <a:rPr dirty="0" sz="18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18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fis.read())</a:t>
            </a:r>
            <a:r>
              <a:rPr dirty="0" sz="18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33D34"/>
                </a:solidFill>
                <a:latin typeface="Times New Roman"/>
                <a:cs typeface="Times New Roman"/>
              </a:rPr>
              <a:t>!=</a:t>
            </a:r>
            <a:r>
              <a:rPr dirty="0" sz="18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-</a:t>
            </a:r>
            <a:r>
              <a:rPr dirty="0" sz="1800" spc="-25">
                <a:solidFill>
                  <a:srgbClr val="533D34"/>
                </a:solidFill>
                <a:latin typeface="Times New Roman"/>
                <a:cs typeface="Times New Roman"/>
              </a:rPr>
              <a:t>1){ </a:t>
            </a: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System.out.print((char)data);</a:t>
            </a:r>
            <a:endParaRPr sz="1800">
              <a:latin typeface="Times New Roman"/>
              <a:cs typeface="Times New Roman"/>
            </a:endParaRPr>
          </a:p>
          <a:p>
            <a:pPr marL="814069">
              <a:lnSpc>
                <a:spcPct val="100000"/>
              </a:lnSpc>
            </a:pPr>
            <a:r>
              <a:rPr dirty="0" sz="18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814069">
              <a:lnSpc>
                <a:spcPct val="100000"/>
              </a:lnSpc>
            </a:pP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fis.close();</a:t>
            </a:r>
            <a:endParaRPr sz="1800">
              <a:latin typeface="Times New Roman"/>
              <a:cs typeface="Times New Roman"/>
            </a:endParaRPr>
          </a:p>
          <a:p>
            <a:pPr marL="584835">
              <a:lnSpc>
                <a:spcPts val="2155"/>
              </a:lnSpc>
            </a:pPr>
            <a:r>
              <a:rPr dirty="0" sz="18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356235">
              <a:lnSpc>
                <a:spcPts val="2395"/>
              </a:lnSpc>
            </a:pP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2198" y="4330698"/>
            <a:ext cx="3261550" cy="255905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34064" y="6122923"/>
            <a:ext cx="197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533D34"/>
                </a:solidFill>
                <a:latin typeface="Cambria"/>
                <a:cs typeface="Cambria"/>
              </a:rPr>
              <a:t>4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2517" y="431419"/>
            <a:ext cx="939609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2.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Output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Stream: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An Output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Stream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write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destination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(like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screen).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2517" y="1162939"/>
            <a:ext cx="7804784" cy="4639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Base</a:t>
            </a:r>
            <a:r>
              <a:rPr dirty="0" sz="2400" spc="-1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class:</a:t>
            </a:r>
            <a:r>
              <a:rPr dirty="0" sz="2400" spc="-2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OutputStream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2400">
              <a:latin typeface="Times New Roman"/>
              <a:cs typeface="Times New Roman"/>
            </a:endParaRPr>
          </a:p>
          <a:p>
            <a:pPr marL="1388745">
              <a:lnSpc>
                <a:spcPct val="100000"/>
              </a:lnSpc>
            </a:pPr>
            <a:r>
              <a:rPr dirty="0" sz="2000" spc="-10" b="1">
                <a:solidFill>
                  <a:srgbClr val="533D34"/>
                </a:solidFill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 marL="1388745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import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java.io.FileOutputStream;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388745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public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class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OutputExample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896745" marR="5080" indent="-253365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public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static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void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main(String[]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args)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throws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Exception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{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FileOutputStream</a:t>
            </a:r>
            <a:r>
              <a:rPr dirty="0" sz="2000" spc="-6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fos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new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FileOutputStream("test.txt");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String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text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"Hello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Java";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896745" marR="3262629">
              <a:lnSpc>
                <a:spcPct val="100000"/>
              </a:lnSpc>
            </a:pP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fos.write(text.getBytes()); fos.close();</a:t>
            </a:r>
            <a:endParaRPr sz="2000">
              <a:latin typeface="Times New Roman"/>
              <a:cs typeface="Times New Roman"/>
            </a:endParaRPr>
          </a:p>
          <a:p>
            <a:pPr marL="1644014">
              <a:lnSpc>
                <a:spcPct val="100000"/>
              </a:lnSpc>
            </a:pP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388745">
              <a:lnSpc>
                <a:spcPct val="100000"/>
              </a:lnSpc>
            </a:pP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8816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68502" y="127507"/>
            <a:ext cx="8836660" cy="481330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3. Byte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Stream: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Byte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Streams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are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used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to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handle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binary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data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(images,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audio,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video,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etc.).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Classes:</a:t>
            </a:r>
            <a:endParaRPr sz="2400">
              <a:latin typeface="Times New Roman"/>
              <a:cs typeface="Times New Roman"/>
            </a:endParaRPr>
          </a:p>
          <a:p>
            <a:pPr marL="12700" marR="6629400">
              <a:lnSpc>
                <a:spcPct val="150000"/>
              </a:lnSpc>
            </a:pP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FileInputStream FileOutputStream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14"/>
              </a:spcBef>
            </a:pPr>
            <a:endParaRPr sz="2400">
              <a:latin typeface="Times New Roman"/>
              <a:cs typeface="Times New Roman"/>
            </a:endParaRPr>
          </a:p>
          <a:p>
            <a:pPr marL="1308735">
              <a:lnSpc>
                <a:spcPct val="100000"/>
              </a:lnSpc>
            </a:pP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Example: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308735" marR="217804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FileInputStream</a:t>
            </a:r>
            <a:r>
              <a:rPr dirty="0" sz="2400" spc="-6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fis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new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FileInputStream("image.jpg");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FileOutputStream</a:t>
            </a:r>
            <a:r>
              <a:rPr dirty="0" sz="2400" spc="-6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fos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new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FileOutputStream("copy.jpg");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2198" y="4330698"/>
            <a:ext cx="3261550" cy="255905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34064" y="6122923"/>
            <a:ext cx="2038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5">
                <a:solidFill>
                  <a:srgbClr val="533D34"/>
                </a:solidFill>
                <a:latin typeface="Cambria"/>
                <a:cs typeface="Cambria"/>
              </a:rPr>
              <a:t>6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5182" y="287477"/>
            <a:ext cx="5742305" cy="758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4.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Character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Stream: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Character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Streams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handle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text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Classes:</a:t>
            </a:r>
          </a:p>
          <a:p>
            <a:pPr marL="546100">
              <a:lnSpc>
                <a:spcPct val="100000"/>
              </a:lnSpc>
            </a:pPr>
            <a:r>
              <a:rPr dirty="0" spc="-10" b="0">
                <a:latin typeface="Times New Roman"/>
                <a:cs typeface="Times New Roman"/>
              </a:rPr>
              <a:t>FileReader</a:t>
            </a:r>
          </a:p>
          <a:p>
            <a:pPr marL="546100">
              <a:lnSpc>
                <a:spcPct val="100000"/>
              </a:lnSpc>
            </a:pPr>
            <a:r>
              <a:rPr dirty="0" spc="-10" b="0">
                <a:latin typeface="Times New Roman"/>
                <a:cs typeface="Times New Roman"/>
              </a:rPr>
              <a:t>FileWriter</a:t>
            </a:r>
          </a:p>
          <a:p>
            <a:pPr marL="2313305">
              <a:lnSpc>
                <a:spcPct val="100000"/>
              </a:lnSpc>
              <a:spcBef>
                <a:spcPts val="1210"/>
              </a:spcBef>
            </a:pPr>
            <a:r>
              <a:rPr dirty="0" sz="1800" spc="-10"/>
              <a:t>Example:</a:t>
            </a:r>
            <a:endParaRPr sz="1800"/>
          </a:p>
          <a:p>
            <a:pPr marL="2313305">
              <a:lnSpc>
                <a:spcPct val="100000"/>
              </a:lnSpc>
            </a:pPr>
            <a:r>
              <a:rPr dirty="0" sz="1800" b="0">
                <a:latin typeface="Times New Roman"/>
                <a:cs typeface="Times New Roman"/>
              </a:rPr>
              <a:t>import</a:t>
            </a:r>
            <a:r>
              <a:rPr dirty="0" sz="1800" spc="-65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java.io.FileReader;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313305">
              <a:lnSpc>
                <a:spcPct val="100000"/>
              </a:lnSpc>
              <a:spcBef>
                <a:spcPts val="5"/>
              </a:spcBef>
            </a:pPr>
            <a:r>
              <a:rPr dirty="0" sz="1800" b="0">
                <a:latin typeface="Times New Roman"/>
                <a:cs typeface="Times New Roman"/>
              </a:rPr>
              <a:t>public</a:t>
            </a:r>
            <a:r>
              <a:rPr dirty="0" sz="1800" spc="-6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class</a:t>
            </a:r>
            <a:r>
              <a:rPr dirty="0" sz="1800" spc="-5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CharExample</a:t>
            </a:r>
            <a:r>
              <a:rPr dirty="0" sz="1800" spc="-55" b="0">
                <a:latin typeface="Times New Roman"/>
                <a:cs typeface="Times New Roman"/>
              </a:rPr>
              <a:t> </a:t>
            </a:r>
            <a:r>
              <a:rPr dirty="0" sz="1800" spc="-50" b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2770505" marR="5080" indent="-228600">
              <a:lnSpc>
                <a:spcPct val="100000"/>
              </a:lnSpc>
            </a:pPr>
            <a:r>
              <a:rPr dirty="0" sz="1800" b="0">
                <a:latin typeface="Times New Roman"/>
                <a:cs typeface="Times New Roman"/>
              </a:rPr>
              <a:t>public</a:t>
            </a:r>
            <a:r>
              <a:rPr dirty="0" sz="1800" spc="-5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static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void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main(String[]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args)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throws</a:t>
            </a:r>
            <a:r>
              <a:rPr dirty="0" sz="1800" spc="-4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Exception</a:t>
            </a:r>
            <a:r>
              <a:rPr dirty="0" sz="1800" spc="-70" b="0">
                <a:latin typeface="Times New Roman"/>
                <a:cs typeface="Times New Roman"/>
              </a:rPr>
              <a:t> </a:t>
            </a:r>
            <a:r>
              <a:rPr dirty="0" sz="1800" spc="-50" b="0">
                <a:latin typeface="Times New Roman"/>
                <a:cs typeface="Times New Roman"/>
              </a:rPr>
              <a:t>{ </a:t>
            </a:r>
            <a:r>
              <a:rPr dirty="0" sz="1800" b="0">
                <a:latin typeface="Times New Roman"/>
                <a:cs typeface="Times New Roman"/>
              </a:rPr>
              <a:t>FileReader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fr</a:t>
            </a:r>
            <a:r>
              <a:rPr dirty="0" sz="1800" spc="-3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=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new</a:t>
            </a:r>
            <a:r>
              <a:rPr dirty="0" sz="1800" spc="-20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FileReader("text.txt");</a:t>
            </a:r>
            <a:endParaRPr sz="1800">
              <a:latin typeface="Times New Roman"/>
              <a:cs typeface="Times New Roman"/>
            </a:endParaRPr>
          </a:p>
          <a:p>
            <a:pPr marL="2770505">
              <a:lnSpc>
                <a:spcPct val="100000"/>
              </a:lnSpc>
            </a:pPr>
            <a:r>
              <a:rPr dirty="0" sz="1800" b="0">
                <a:latin typeface="Times New Roman"/>
                <a:cs typeface="Times New Roman"/>
              </a:rPr>
              <a:t>int </a:t>
            </a:r>
            <a:r>
              <a:rPr dirty="0" sz="1800" spc="-25" b="0">
                <a:latin typeface="Times New Roman"/>
                <a:cs typeface="Times New Roman"/>
              </a:rPr>
              <a:t>ch;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999105" marR="2268855" indent="-228600">
              <a:lnSpc>
                <a:spcPct val="100000"/>
              </a:lnSpc>
            </a:pPr>
            <a:r>
              <a:rPr dirty="0" sz="1800" b="0">
                <a:latin typeface="Times New Roman"/>
                <a:cs typeface="Times New Roman"/>
              </a:rPr>
              <a:t>while((ch</a:t>
            </a:r>
            <a:r>
              <a:rPr dirty="0" sz="1800" spc="-50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=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fr.read())</a:t>
            </a:r>
            <a:r>
              <a:rPr dirty="0" sz="1800" spc="-45" b="0">
                <a:latin typeface="Times New Roman"/>
                <a:cs typeface="Times New Roman"/>
              </a:rPr>
              <a:t> </a:t>
            </a:r>
            <a:r>
              <a:rPr dirty="0" sz="1800" b="0">
                <a:latin typeface="Times New Roman"/>
                <a:cs typeface="Times New Roman"/>
              </a:rPr>
              <a:t>!=</a:t>
            </a:r>
            <a:r>
              <a:rPr dirty="0" sz="1800" spc="-30" b="0">
                <a:latin typeface="Times New Roman"/>
                <a:cs typeface="Times New Roman"/>
              </a:rPr>
              <a:t> </a:t>
            </a:r>
            <a:r>
              <a:rPr dirty="0" sz="1800" spc="-10" b="0">
                <a:latin typeface="Times New Roman"/>
                <a:cs typeface="Times New Roman"/>
              </a:rPr>
              <a:t>-</a:t>
            </a:r>
            <a:r>
              <a:rPr dirty="0" sz="1800" spc="-25" b="0">
                <a:latin typeface="Times New Roman"/>
                <a:cs typeface="Times New Roman"/>
              </a:rPr>
              <a:t>1){ </a:t>
            </a:r>
            <a:r>
              <a:rPr dirty="0" sz="1800" spc="-10" b="0">
                <a:latin typeface="Times New Roman"/>
                <a:cs typeface="Times New Roman"/>
              </a:rPr>
              <a:t>System.out.print((char)ch);</a:t>
            </a:r>
            <a:endParaRPr sz="1800">
              <a:latin typeface="Times New Roman"/>
              <a:cs typeface="Times New Roman"/>
            </a:endParaRPr>
          </a:p>
          <a:p>
            <a:pPr marL="2770505">
              <a:lnSpc>
                <a:spcPct val="100000"/>
              </a:lnSpc>
            </a:pPr>
            <a:r>
              <a:rPr dirty="0" sz="1800" spc="-50" b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04996" y="5929071"/>
            <a:ext cx="11391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33D34"/>
                </a:solidFill>
                <a:latin typeface="Times New Roman"/>
                <a:cs typeface="Times New Roman"/>
              </a:rPr>
              <a:t>fr.close();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76397" y="6478015"/>
            <a:ext cx="135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938891" y="6327749"/>
            <a:ext cx="415290" cy="0"/>
          </a:xfrm>
          <a:custGeom>
            <a:avLst/>
            <a:gdLst/>
            <a:ahLst/>
            <a:cxnLst/>
            <a:rect l="l" t="t" r="r" b="b"/>
            <a:pathLst>
              <a:path w="415290" h="0">
                <a:moveTo>
                  <a:pt x="0" y="0"/>
                </a:moveTo>
                <a:lnTo>
                  <a:pt x="414908" y="0"/>
                </a:lnTo>
              </a:path>
            </a:pathLst>
          </a:custGeom>
          <a:ln w="15875">
            <a:solidFill>
              <a:srgbClr val="533D3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962198" y="5178044"/>
            <a:ext cx="3261995" cy="1711960"/>
            <a:chOff x="8962198" y="5178044"/>
            <a:chExt cx="3261995" cy="1711960"/>
          </a:xfrm>
        </p:grpSpPr>
        <p:sp>
          <p:nvSpPr>
            <p:cNvPr id="4" name="object 4" descr=""/>
            <p:cNvSpPr/>
            <p:nvPr/>
          </p:nvSpPr>
          <p:spPr>
            <a:xfrm>
              <a:off x="8981248" y="6142292"/>
              <a:ext cx="1833245" cy="716280"/>
            </a:xfrm>
            <a:custGeom>
              <a:avLst/>
              <a:gdLst/>
              <a:ahLst/>
              <a:cxnLst/>
              <a:rect l="l" t="t" r="r" b="b"/>
              <a:pathLst>
                <a:path w="1833245" h="716279">
                  <a:moveTo>
                    <a:pt x="1832961" y="715707"/>
                  </a:moveTo>
                  <a:lnTo>
                    <a:pt x="1821751" y="617444"/>
                  </a:lnTo>
                  <a:lnTo>
                    <a:pt x="1812002" y="566066"/>
                  </a:lnTo>
                  <a:lnTo>
                    <a:pt x="1800081" y="515819"/>
                  </a:lnTo>
                  <a:lnTo>
                    <a:pt x="1785954" y="466895"/>
                  </a:lnTo>
                  <a:lnTo>
                    <a:pt x="1769587" y="419488"/>
                  </a:lnTo>
                  <a:lnTo>
                    <a:pt x="1750946" y="373788"/>
                  </a:lnTo>
                  <a:lnTo>
                    <a:pt x="1729995" y="329988"/>
                  </a:lnTo>
                  <a:lnTo>
                    <a:pt x="1706701" y="288280"/>
                  </a:lnTo>
                  <a:lnTo>
                    <a:pt x="1681030" y="248857"/>
                  </a:lnTo>
                  <a:lnTo>
                    <a:pt x="1652947" y="211910"/>
                  </a:lnTo>
                  <a:lnTo>
                    <a:pt x="1622417" y="177632"/>
                  </a:lnTo>
                  <a:lnTo>
                    <a:pt x="1589407" y="146216"/>
                  </a:lnTo>
                  <a:lnTo>
                    <a:pt x="1553883" y="117852"/>
                  </a:lnTo>
                  <a:lnTo>
                    <a:pt x="1515808" y="92734"/>
                  </a:lnTo>
                  <a:lnTo>
                    <a:pt x="1465025" y="65718"/>
                  </a:lnTo>
                  <a:lnTo>
                    <a:pt x="1413506" y="44145"/>
                  </a:lnTo>
                  <a:lnTo>
                    <a:pt x="1361767" y="27503"/>
                  </a:lnTo>
                  <a:lnTo>
                    <a:pt x="1310322" y="15280"/>
                  </a:lnTo>
                  <a:lnTo>
                    <a:pt x="1259688" y="6963"/>
                  </a:lnTo>
                  <a:lnTo>
                    <a:pt x="1210377" y="2040"/>
                  </a:lnTo>
                  <a:lnTo>
                    <a:pt x="1162907" y="0"/>
                  </a:lnTo>
                  <a:lnTo>
                    <a:pt x="1117790" y="328"/>
                  </a:lnTo>
                  <a:lnTo>
                    <a:pt x="1089291" y="1611"/>
                  </a:lnTo>
                  <a:lnTo>
                    <a:pt x="1062196" y="3565"/>
                  </a:lnTo>
                  <a:lnTo>
                    <a:pt x="1036673" y="6042"/>
                  </a:lnTo>
                  <a:lnTo>
                    <a:pt x="1012888" y="8888"/>
                  </a:lnTo>
                  <a:lnTo>
                    <a:pt x="977692" y="12949"/>
                  </a:lnTo>
                  <a:lnTo>
                    <a:pt x="938959" y="18408"/>
                  </a:lnTo>
                  <a:lnTo>
                    <a:pt x="897014" y="25533"/>
                  </a:lnTo>
                  <a:lnTo>
                    <a:pt x="852181" y="34591"/>
                  </a:lnTo>
                  <a:lnTo>
                    <a:pt x="804784" y="45848"/>
                  </a:lnTo>
                  <a:lnTo>
                    <a:pt x="755146" y="59570"/>
                  </a:lnTo>
                  <a:lnTo>
                    <a:pt x="703592" y="76026"/>
                  </a:lnTo>
                  <a:lnTo>
                    <a:pt x="650446" y="95481"/>
                  </a:lnTo>
                  <a:lnTo>
                    <a:pt x="596032" y="118202"/>
                  </a:lnTo>
                  <a:lnTo>
                    <a:pt x="540674" y="144456"/>
                  </a:lnTo>
                  <a:lnTo>
                    <a:pt x="484695" y="174509"/>
                  </a:lnTo>
                  <a:lnTo>
                    <a:pt x="440526" y="200980"/>
                  </a:lnTo>
                  <a:lnTo>
                    <a:pt x="398519" y="228721"/>
                  </a:lnTo>
                  <a:lnTo>
                    <a:pt x="358561" y="257767"/>
                  </a:lnTo>
                  <a:lnTo>
                    <a:pt x="320538" y="288152"/>
                  </a:lnTo>
                  <a:lnTo>
                    <a:pt x="284336" y="319909"/>
                  </a:lnTo>
                  <a:lnTo>
                    <a:pt x="249843" y="353075"/>
                  </a:lnTo>
                  <a:lnTo>
                    <a:pt x="216944" y="387682"/>
                  </a:lnTo>
                  <a:lnTo>
                    <a:pt x="185526" y="423765"/>
                  </a:lnTo>
                  <a:lnTo>
                    <a:pt x="155475" y="461358"/>
                  </a:lnTo>
                  <a:lnTo>
                    <a:pt x="126678" y="500495"/>
                  </a:lnTo>
                  <a:lnTo>
                    <a:pt x="99021" y="541211"/>
                  </a:lnTo>
                  <a:lnTo>
                    <a:pt x="72390" y="583540"/>
                  </a:lnTo>
                  <a:lnTo>
                    <a:pt x="46673" y="627516"/>
                  </a:lnTo>
                  <a:lnTo>
                    <a:pt x="21755" y="673174"/>
                  </a:lnTo>
                  <a:lnTo>
                    <a:pt x="0" y="715707"/>
                  </a:lnTo>
                </a:path>
              </a:pathLst>
            </a:custGeom>
            <a:ln w="38100">
              <a:solidFill>
                <a:srgbClr val="FDF3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315736" y="5209794"/>
              <a:ext cx="1876425" cy="1648460"/>
            </a:xfrm>
            <a:custGeom>
              <a:avLst/>
              <a:gdLst/>
              <a:ahLst/>
              <a:cxnLst/>
              <a:rect l="l" t="t" r="r" b="b"/>
              <a:pathLst>
                <a:path w="1876425" h="1648459">
                  <a:moveTo>
                    <a:pt x="1876263" y="16636"/>
                  </a:moveTo>
                  <a:lnTo>
                    <a:pt x="1838544" y="9143"/>
                  </a:lnTo>
                  <a:lnTo>
                    <a:pt x="1812803" y="6840"/>
                  </a:lnTo>
                  <a:lnTo>
                    <a:pt x="1786633" y="3857"/>
                  </a:lnTo>
                  <a:lnTo>
                    <a:pt x="1760320" y="1232"/>
                  </a:lnTo>
                  <a:lnTo>
                    <a:pt x="1734150" y="0"/>
                  </a:lnTo>
                  <a:lnTo>
                    <a:pt x="1681994" y="222"/>
                  </a:lnTo>
                  <a:lnTo>
                    <a:pt x="1629522" y="1774"/>
                  </a:lnTo>
                  <a:lnTo>
                    <a:pt x="1576854" y="4625"/>
                  </a:lnTo>
                  <a:lnTo>
                    <a:pt x="1524110" y="8743"/>
                  </a:lnTo>
                  <a:lnTo>
                    <a:pt x="1471408" y="14098"/>
                  </a:lnTo>
                  <a:lnTo>
                    <a:pt x="1418867" y="20658"/>
                  </a:lnTo>
                  <a:lnTo>
                    <a:pt x="1366608" y="28394"/>
                  </a:lnTo>
                  <a:lnTo>
                    <a:pt x="1314748" y="37274"/>
                  </a:lnTo>
                  <a:lnTo>
                    <a:pt x="1263409" y="47267"/>
                  </a:lnTo>
                  <a:lnTo>
                    <a:pt x="1212707" y="58343"/>
                  </a:lnTo>
                  <a:lnTo>
                    <a:pt x="1162764" y="70470"/>
                  </a:lnTo>
                  <a:lnTo>
                    <a:pt x="1113698" y="83617"/>
                  </a:lnTo>
                  <a:lnTo>
                    <a:pt x="1065628" y="97754"/>
                  </a:lnTo>
                  <a:lnTo>
                    <a:pt x="1018674" y="112850"/>
                  </a:lnTo>
                  <a:lnTo>
                    <a:pt x="972954" y="128874"/>
                  </a:lnTo>
                  <a:lnTo>
                    <a:pt x="928589" y="145795"/>
                  </a:lnTo>
                  <a:lnTo>
                    <a:pt x="875546" y="167975"/>
                  </a:lnTo>
                  <a:lnTo>
                    <a:pt x="824133" y="191646"/>
                  </a:lnTo>
                  <a:lnTo>
                    <a:pt x="774345" y="216752"/>
                  </a:lnTo>
                  <a:lnTo>
                    <a:pt x="726174" y="243236"/>
                  </a:lnTo>
                  <a:lnTo>
                    <a:pt x="679614" y="271042"/>
                  </a:lnTo>
                  <a:lnTo>
                    <a:pt x="634658" y="300114"/>
                  </a:lnTo>
                  <a:lnTo>
                    <a:pt x="591301" y="330396"/>
                  </a:lnTo>
                  <a:lnTo>
                    <a:pt x="549536" y="361830"/>
                  </a:lnTo>
                  <a:lnTo>
                    <a:pt x="509356" y="394360"/>
                  </a:lnTo>
                  <a:lnTo>
                    <a:pt x="470755" y="427930"/>
                  </a:lnTo>
                  <a:lnTo>
                    <a:pt x="433726" y="462484"/>
                  </a:lnTo>
                  <a:lnTo>
                    <a:pt x="398263" y="497965"/>
                  </a:lnTo>
                  <a:lnTo>
                    <a:pt x="364360" y="534317"/>
                  </a:lnTo>
                  <a:lnTo>
                    <a:pt x="332009" y="571483"/>
                  </a:lnTo>
                  <a:lnTo>
                    <a:pt x="301206" y="609406"/>
                  </a:lnTo>
                  <a:lnTo>
                    <a:pt x="271942" y="648031"/>
                  </a:lnTo>
                  <a:lnTo>
                    <a:pt x="244213" y="687301"/>
                  </a:lnTo>
                  <a:lnTo>
                    <a:pt x="218010" y="727159"/>
                  </a:lnTo>
                  <a:lnTo>
                    <a:pt x="193329" y="767550"/>
                  </a:lnTo>
                  <a:lnTo>
                    <a:pt x="170161" y="808416"/>
                  </a:lnTo>
                  <a:lnTo>
                    <a:pt x="148502" y="849701"/>
                  </a:lnTo>
                  <a:lnTo>
                    <a:pt x="128345" y="891349"/>
                  </a:lnTo>
                  <a:lnTo>
                    <a:pt x="109682" y="933303"/>
                  </a:lnTo>
                  <a:lnTo>
                    <a:pt x="92508" y="975508"/>
                  </a:lnTo>
                  <a:lnTo>
                    <a:pt x="76816" y="1017906"/>
                  </a:lnTo>
                  <a:lnTo>
                    <a:pt x="62600" y="1060440"/>
                  </a:lnTo>
                  <a:lnTo>
                    <a:pt x="49853" y="1103056"/>
                  </a:lnTo>
                  <a:lnTo>
                    <a:pt x="38569" y="1145696"/>
                  </a:lnTo>
                  <a:lnTo>
                    <a:pt x="28742" y="1188303"/>
                  </a:lnTo>
                  <a:lnTo>
                    <a:pt x="20364" y="1230822"/>
                  </a:lnTo>
                  <a:lnTo>
                    <a:pt x="13430" y="1273196"/>
                  </a:lnTo>
                  <a:lnTo>
                    <a:pt x="7933" y="1315368"/>
                  </a:lnTo>
                  <a:lnTo>
                    <a:pt x="3866" y="1357282"/>
                  </a:lnTo>
                  <a:lnTo>
                    <a:pt x="1224" y="1398882"/>
                  </a:lnTo>
                  <a:lnTo>
                    <a:pt x="0" y="1440111"/>
                  </a:lnTo>
                  <a:lnTo>
                    <a:pt x="186" y="1480913"/>
                  </a:lnTo>
                  <a:lnTo>
                    <a:pt x="1778" y="1521231"/>
                  </a:lnTo>
                  <a:lnTo>
                    <a:pt x="4768" y="1561010"/>
                  </a:lnTo>
                  <a:lnTo>
                    <a:pt x="9149" y="1600191"/>
                  </a:lnTo>
                  <a:lnTo>
                    <a:pt x="14917" y="1638720"/>
                  </a:lnTo>
                  <a:lnTo>
                    <a:pt x="16709" y="1648205"/>
                  </a:lnTo>
                </a:path>
              </a:pathLst>
            </a:custGeom>
            <a:ln w="63500">
              <a:solidFill>
                <a:srgbClr val="FDF3E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-1" y="5010277"/>
            <a:ext cx="3293745" cy="1847850"/>
          </a:xfrm>
          <a:custGeom>
            <a:avLst/>
            <a:gdLst/>
            <a:ahLst/>
            <a:cxnLst/>
            <a:rect l="l" t="t" r="r" b="b"/>
            <a:pathLst>
              <a:path w="3293745" h="1847850">
                <a:moveTo>
                  <a:pt x="1" y="0"/>
                </a:moveTo>
                <a:lnTo>
                  <a:pt x="0" y="1847723"/>
                </a:lnTo>
                <a:lnTo>
                  <a:pt x="3293374" y="1847723"/>
                </a:lnTo>
                <a:lnTo>
                  <a:pt x="3251582" y="1765884"/>
                </a:lnTo>
                <a:lnTo>
                  <a:pt x="3230514" y="1732947"/>
                </a:lnTo>
                <a:lnTo>
                  <a:pt x="3208898" y="1700503"/>
                </a:lnTo>
                <a:lnTo>
                  <a:pt x="3186731" y="1668544"/>
                </a:lnTo>
                <a:lnTo>
                  <a:pt x="3164010" y="1637058"/>
                </a:lnTo>
                <a:lnTo>
                  <a:pt x="3140733" y="1606035"/>
                </a:lnTo>
                <a:lnTo>
                  <a:pt x="3116897" y="1575467"/>
                </a:lnTo>
                <a:lnTo>
                  <a:pt x="3092499" y="1545342"/>
                </a:lnTo>
                <a:lnTo>
                  <a:pt x="3067538" y="1515651"/>
                </a:lnTo>
                <a:lnTo>
                  <a:pt x="3042009" y="1486384"/>
                </a:lnTo>
                <a:lnTo>
                  <a:pt x="3015912" y="1457531"/>
                </a:lnTo>
                <a:lnTo>
                  <a:pt x="2989243" y="1429081"/>
                </a:lnTo>
                <a:lnTo>
                  <a:pt x="2961999" y="1401026"/>
                </a:lnTo>
                <a:lnTo>
                  <a:pt x="2934179" y="1373354"/>
                </a:lnTo>
                <a:lnTo>
                  <a:pt x="2905778" y="1346056"/>
                </a:lnTo>
                <a:lnTo>
                  <a:pt x="2876796" y="1319122"/>
                </a:lnTo>
                <a:lnTo>
                  <a:pt x="2847229" y="1292542"/>
                </a:lnTo>
                <a:lnTo>
                  <a:pt x="2817075" y="1266306"/>
                </a:lnTo>
                <a:lnTo>
                  <a:pt x="2786331" y="1240404"/>
                </a:lnTo>
                <a:lnTo>
                  <a:pt x="2754995" y="1214825"/>
                </a:lnTo>
                <a:lnTo>
                  <a:pt x="2723063" y="1189561"/>
                </a:lnTo>
                <a:lnTo>
                  <a:pt x="2690534" y="1164601"/>
                </a:lnTo>
                <a:lnTo>
                  <a:pt x="2657405" y="1139935"/>
                </a:lnTo>
                <a:lnTo>
                  <a:pt x="2623673" y="1115553"/>
                </a:lnTo>
                <a:lnTo>
                  <a:pt x="2589336" y="1091445"/>
                </a:lnTo>
                <a:lnTo>
                  <a:pt x="2554391" y="1067600"/>
                </a:lnTo>
                <a:lnTo>
                  <a:pt x="2518835" y="1044011"/>
                </a:lnTo>
                <a:lnTo>
                  <a:pt x="2482666" y="1020665"/>
                </a:lnTo>
                <a:lnTo>
                  <a:pt x="2445882" y="997553"/>
                </a:lnTo>
                <a:lnTo>
                  <a:pt x="2408480" y="974665"/>
                </a:lnTo>
                <a:lnTo>
                  <a:pt x="2370456" y="951992"/>
                </a:lnTo>
                <a:lnTo>
                  <a:pt x="2331809" y="929523"/>
                </a:lnTo>
                <a:lnTo>
                  <a:pt x="2292537" y="907248"/>
                </a:lnTo>
                <a:lnTo>
                  <a:pt x="2252635" y="885157"/>
                </a:lnTo>
                <a:lnTo>
                  <a:pt x="2212103" y="863240"/>
                </a:lnTo>
                <a:lnTo>
                  <a:pt x="2170937" y="841488"/>
                </a:lnTo>
                <a:lnTo>
                  <a:pt x="2129135" y="819890"/>
                </a:lnTo>
                <a:lnTo>
                  <a:pt x="2086693" y="798436"/>
                </a:lnTo>
                <a:lnTo>
                  <a:pt x="2043611" y="777116"/>
                </a:lnTo>
                <a:lnTo>
                  <a:pt x="1955511" y="734840"/>
                </a:lnTo>
                <a:lnTo>
                  <a:pt x="1864814" y="692981"/>
                </a:lnTo>
                <a:lnTo>
                  <a:pt x="1771500" y="651460"/>
                </a:lnTo>
                <a:lnTo>
                  <a:pt x="1675548" y="610196"/>
                </a:lnTo>
                <a:lnTo>
                  <a:pt x="1526628" y="548608"/>
                </a:lnTo>
                <a:lnTo>
                  <a:pt x="1318643" y="466648"/>
                </a:lnTo>
                <a:lnTo>
                  <a:pt x="1043281" y="363551"/>
                </a:lnTo>
                <a:lnTo>
                  <a:pt x="1" y="0"/>
                </a:lnTo>
                <a:close/>
              </a:path>
            </a:pathLst>
          </a:custGeom>
          <a:solidFill>
            <a:srgbClr val="AC5B4B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9394063" y="0"/>
            <a:ext cx="2798445" cy="6858000"/>
            <a:chOff x="9394063" y="0"/>
            <a:chExt cx="2798445" cy="6858000"/>
          </a:xfrm>
        </p:grpSpPr>
        <p:sp>
          <p:nvSpPr>
            <p:cNvPr id="8" name="object 8" descr=""/>
            <p:cNvSpPr/>
            <p:nvPr/>
          </p:nvSpPr>
          <p:spPr>
            <a:xfrm>
              <a:off x="9394063" y="4648198"/>
              <a:ext cx="1859914" cy="2209800"/>
            </a:xfrm>
            <a:custGeom>
              <a:avLst/>
              <a:gdLst/>
              <a:ahLst/>
              <a:cxnLst/>
              <a:rect l="l" t="t" r="r" b="b"/>
              <a:pathLst>
                <a:path w="1859915" h="2209800">
                  <a:moveTo>
                    <a:pt x="225810" y="1727199"/>
                  </a:moveTo>
                  <a:lnTo>
                    <a:pt x="121624" y="1727199"/>
                  </a:lnTo>
                  <a:lnTo>
                    <a:pt x="115442" y="1739899"/>
                  </a:lnTo>
                  <a:lnTo>
                    <a:pt x="137262" y="1816099"/>
                  </a:lnTo>
                  <a:lnTo>
                    <a:pt x="165149" y="1866899"/>
                  </a:lnTo>
                  <a:lnTo>
                    <a:pt x="195755" y="1917699"/>
                  </a:lnTo>
                  <a:lnTo>
                    <a:pt x="222630" y="1955799"/>
                  </a:lnTo>
                  <a:lnTo>
                    <a:pt x="246346" y="2006599"/>
                  </a:lnTo>
                  <a:lnTo>
                    <a:pt x="271659" y="2044699"/>
                  </a:lnTo>
                  <a:lnTo>
                    <a:pt x="298855" y="2082799"/>
                  </a:lnTo>
                  <a:lnTo>
                    <a:pt x="328221" y="2120899"/>
                  </a:lnTo>
                  <a:lnTo>
                    <a:pt x="360044" y="2146299"/>
                  </a:lnTo>
                  <a:lnTo>
                    <a:pt x="449325" y="2209799"/>
                  </a:lnTo>
                  <a:lnTo>
                    <a:pt x="562355" y="2209799"/>
                  </a:lnTo>
                  <a:lnTo>
                    <a:pt x="525084" y="2197099"/>
                  </a:lnTo>
                  <a:lnTo>
                    <a:pt x="488889" y="2171699"/>
                  </a:lnTo>
                  <a:lnTo>
                    <a:pt x="453947" y="2158999"/>
                  </a:lnTo>
                  <a:lnTo>
                    <a:pt x="420435" y="2133599"/>
                  </a:lnTo>
                  <a:lnTo>
                    <a:pt x="388530" y="2095499"/>
                  </a:lnTo>
                  <a:lnTo>
                    <a:pt x="358409" y="2070099"/>
                  </a:lnTo>
                  <a:lnTo>
                    <a:pt x="330249" y="2031999"/>
                  </a:lnTo>
                  <a:lnTo>
                    <a:pt x="304226" y="1993899"/>
                  </a:lnTo>
                  <a:lnTo>
                    <a:pt x="280517" y="1943099"/>
                  </a:lnTo>
                  <a:lnTo>
                    <a:pt x="259299" y="1892299"/>
                  </a:lnTo>
                  <a:lnTo>
                    <a:pt x="240749" y="1841499"/>
                  </a:lnTo>
                  <a:lnTo>
                    <a:pt x="225043" y="1790699"/>
                  </a:lnTo>
                  <a:lnTo>
                    <a:pt x="522096" y="1790699"/>
                  </a:lnTo>
                  <a:lnTo>
                    <a:pt x="325561" y="1739899"/>
                  </a:lnTo>
                  <a:lnTo>
                    <a:pt x="275700" y="1739899"/>
                  </a:lnTo>
                  <a:lnTo>
                    <a:pt x="225810" y="1727199"/>
                  </a:lnTo>
                  <a:close/>
                </a:path>
                <a:path w="1859915" h="2209800">
                  <a:moveTo>
                    <a:pt x="483107" y="1981199"/>
                  </a:moveTo>
                  <a:lnTo>
                    <a:pt x="478408" y="1981199"/>
                  </a:lnTo>
                  <a:lnTo>
                    <a:pt x="473455" y="1993899"/>
                  </a:lnTo>
                  <a:lnTo>
                    <a:pt x="469137" y="1993899"/>
                  </a:lnTo>
                  <a:lnTo>
                    <a:pt x="499889" y="2019299"/>
                  </a:lnTo>
                  <a:lnTo>
                    <a:pt x="530653" y="2057399"/>
                  </a:lnTo>
                  <a:lnTo>
                    <a:pt x="706881" y="2209799"/>
                  </a:lnTo>
                  <a:lnTo>
                    <a:pt x="846581" y="2209799"/>
                  </a:lnTo>
                  <a:lnTo>
                    <a:pt x="798428" y="2197099"/>
                  </a:lnTo>
                  <a:lnTo>
                    <a:pt x="755822" y="2184399"/>
                  </a:lnTo>
                  <a:lnTo>
                    <a:pt x="717240" y="2158999"/>
                  </a:lnTo>
                  <a:lnTo>
                    <a:pt x="681156" y="2133599"/>
                  </a:lnTo>
                  <a:lnTo>
                    <a:pt x="646048" y="2108199"/>
                  </a:lnTo>
                  <a:lnTo>
                    <a:pt x="608016" y="2070099"/>
                  </a:lnTo>
                  <a:lnTo>
                    <a:pt x="571436" y="2031999"/>
                  </a:lnTo>
                  <a:lnTo>
                    <a:pt x="531427" y="1993899"/>
                  </a:lnTo>
                  <a:lnTo>
                    <a:pt x="483107" y="1981199"/>
                  </a:lnTo>
                  <a:close/>
                </a:path>
                <a:path w="1859915" h="2209800">
                  <a:moveTo>
                    <a:pt x="522096" y="1790699"/>
                  </a:moveTo>
                  <a:lnTo>
                    <a:pt x="328884" y="1790699"/>
                  </a:lnTo>
                  <a:lnTo>
                    <a:pt x="378989" y="1803399"/>
                  </a:lnTo>
                  <a:lnTo>
                    <a:pt x="427627" y="1803399"/>
                  </a:lnTo>
                  <a:lnTo>
                    <a:pt x="474605" y="1816099"/>
                  </a:lnTo>
                  <a:lnTo>
                    <a:pt x="519731" y="1828799"/>
                  </a:lnTo>
                  <a:lnTo>
                    <a:pt x="562811" y="1854199"/>
                  </a:lnTo>
                  <a:lnTo>
                    <a:pt x="603653" y="1866899"/>
                  </a:lnTo>
                  <a:lnTo>
                    <a:pt x="642064" y="1892299"/>
                  </a:lnTo>
                  <a:lnTo>
                    <a:pt x="677852" y="1917699"/>
                  </a:lnTo>
                  <a:lnTo>
                    <a:pt x="710823" y="1943099"/>
                  </a:lnTo>
                  <a:lnTo>
                    <a:pt x="740786" y="1981199"/>
                  </a:lnTo>
                  <a:lnTo>
                    <a:pt x="767547" y="2006599"/>
                  </a:lnTo>
                  <a:lnTo>
                    <a:pt x="790913" y="2044699"/>
                  </a:lnTo>
                  <a:lnTo>
                    <a:pt x="810693" y="2082799"/>
                  </a:lnTo>
                  <a:lnTo>
                    <a:pt x="826692" y="2120899"/>
                  </a:lnTo>
                  <a:lnTo>
                    <a:pt x="838720" y="2171699"/>
                  </a:lnTo>
                  <a:lnTo>
                    <a:pt x="846581" y="2209799"/>
                  </a:lnTo>
                  <a:lnTo>
                    <a:pt x="920750" y="2209799"/>
                  </a:lnTo>
                  <a:lnTo>
                    <a:pt x="908938" y="2184399"/>
                  </a:lnTo>
                  <a:lnTo>
                    <a:pt x="892996" y="2133599"/>
                  </a:lnTo>
                  <a:lnTo>
                    <a:pt x="874225" y="2095499"/>
                  </a:lnTo>
                  <a:lnTo>
                    <a:pt x="852584" y="2044699"/>
                  </a:lnTo>
                  <a:lnTo>
                    <a:pt x="828035" y="2006599"/>
                  </a:lnTo>
                  <a:lnTo>
                    <a:pt x="800536" y="1968499"/>
                  </a:lnTo>
                  <a:lnTo>
                    <a:pt x="770048" y="1930399"/>
                  </a:lnTo>
                  <a:lnTo>
                    <a:pt x="736531" y="1892299"/>
                  </a:lnTo>
                  <a:lnTo>
                    <a:pt x="699944" y="1866899"/>
                  </a:lnTo>
                  <a:lnTo>
                    <a:pt x="660247" y="1841499"/>
                  </a:lnTo>
                  <a:lnTo>
                    <a:pt x="617400" y="1816099"/>
                  </a:lnTo>
                  <a:lnTo>
                    <a:pt x="571363" y="1803399"/>
                  </a:lnTo>
                  <a:lnTo>
                    <a:pt x="522096" y="1790699"/>
                  </a:lnTo>
                  <a:close/>
                </a:path>
                <a:path w="1859915" h="2209800">
                  <a:moveTo>
                    <a:pt x="155843" y="800099"/>
                  </a:moveTo>
                  <a:lnTo>
                    <a:pt x="57686" y="800099"/>
                  </a:lnTo>
                  <a:lnTo>
                    <a:pt x="21143" y="812799"/>
                  </a:lnTo>
                  <a:lnTo>
                    <a:pt x="0" y="825499"/>
                  </a:lnTo>
                  <a:lnTo>
                    <a:pt x="13958" y="863599"/>
                  </a:lnTo>
                  <a:lnTo>
                    <a:pt x="43370" y="914399"/>
                  </a:lnTo>
                  <a:lnTo>
                    <a:pt x="77545" y="965199"/>
                  </a:lnTo>
                  <a:lnTo>
                    <a:pt x="105790" y="1003299"/>
                  </a:lnTo>
                  <a:lnTo>
                    <a:pt x="131025" y="1054099"/>
                  </a:lnTo>
                  <a:lnTo>
                    <a:pt x="158625" y="1092199"/>
                  </a:lnTo>
                  <a:lnTo>
                    <a:pt x="188526" y="1130299"/>
                  </a:lnTo>
                  <a:lnTo>
                    <a:pt x="220663" y="1168399"/>
                  </a:lnTo>
                  <a:lnTo>
                    <a:pt x="254972" y="1193799"/>
                  </a:lnTo>
                  <a:lnTo>
                    <a:pt x="291390" y="1231899"/>
                  </a:lnTo>
                  <a:lnTo>
                    <a:pt x="329850" y="1244599"/>
                  </a:lnTo>
                  <a:lnTo>
                    <a:pt x="370290" y="1269999"/>
                  </a:lnTo>
                  <a:lnTo>
                    <a:pt x="412644" y="1282699"/>
                  </a:lnTo>
                  <a:lnTo>
                    <a:pt x="456847" y="1295399"/>
                  </a:lnTo>
                  <a:lnTo>
                    <a:pt x="760131" y="1295399"/>
                  </a:lnTo>
                  <a:lnTo>
                    <a:pt x="914400" y="1333499"/>
                  </a:lnTo>
                  <a:lnTo>
                    <a:pt x="965850" y="1358899"/>
                  </a:lnTo>
                  <a:lnTo>
                    <a:pt x="991488" y="1409699"/>
                  </a:lnTo>
                  <a:lnTo>
                    <a:pt x="999870" y="1460499"/>
                  </a:lnTo>
                  <a:lnTo>
                    <a:pt x="1009776" y="1498599"/>
                  </a:lnTo>
                  <a:lnTo>
                    <a:pt x="1020063" y="1536699"/>
                  </a:lnTo>
                  <a:lnTo>
                    <a:pt x="1029588" y="1574799"/>
                  </a:lnTo>
                  <a:lnTo>
                    <a:pt x="1174241" y="2209799"/>
                  </a:lnTo>
                  <a:lnTo>
                    <a:pt x="1220723" y="2209799"/>
                  </a:lnTo>
                  <a:lnTo>
                    <a:pt x="1190625" y="2070099"/>
                  </a:lnTo>
                  <a:lnTo>
                    <a:pt x="1179512" y="2006599"/>
                  </a:lnTo>
                  <a:lnTo>
                    <a:pt x="1167733" y="1955799"/>
                  </a:lnTo>
                  <a:lnTo>
                    <a:pt x="1155049" y="1904999"/>
                  </a:lnTo>
                  <a:lnTo>
                    <a:pt x="1141221" y="1854199"/>
                  </a:lnTo>
                  <a:lnTo>
                    <a:pt x="1129869" y="1803399"/>
                  </a:lnTo>
                  <a:lnTo>
                    <a:pt x="1122747" y="1752599"/>
                  </a:lnTo>
                  <a:lnTo>
                    <a:pt x="1120741" y="1714499"/>
                  </a:lnTo>
                  <a:lnTo>
                    <a:pt x="1124737" y="1663699"/>
                  </a:lnTo>
                  <a:lnTo>
                    <a:pt x="1135623" y="1625599"/>
                  </a:lnTo>
                  <a:lnTo>
                    <a:pt x="1149619" y="1587499"/>
                  </a:lnTo>
                  <a:lnTo>
                    <a:pt x="1081151" y="1587499"/>
                  </a:lnTo>
                  <a:lnTo>
                    <a:pt x="1067819" y="1536699"/>
                  </a:lnTo>
                  <a:lnTo>
                    <a:pt x="1055560" y="1485899"/>
                  </a:lnTo>
                  <a:lnTo>
                    <a:pt x="1044253" y="1435099"/>
                  </a:lnTo>
                  <a:lnTo>
                    <a:pt x="1033779" y="1396999"/>
                  </a:lnTo>
                  <a:lnTo>
                    <a:pt x="1049805" y="1371599"/>
                  </a:lnTo>
                  <a:lnTo>
                    <a:pt x="1063783" y="1358899"/>
                  </a:lnTo>
                  <a:lnTo>
                    <a:pt x="1089025" y="1346199"/>
                  </a:lnTo>
                  <a:lnTo>
                    <a:pt x="1062851" y="1320799"/>
                  </a:lnTo>
                  <a:lnTo>
                    <a:pt x="1037463" y="1308099"/>
                  </a:lnTo>
                  <a:lnTo>
                    <a:pt x="1016837" y="1295399"/>
                  </a:lnTo>
                  <a:lnTo>
                    <a:pt x="1004951" y="1282699"/>
                  </a:lnTo>
                  <a:lnTo>
                    <a:pt x="921236" y="1282699"/>
                  </a:lnTo>
                  <a:lnTo>
                    <a:pt x="893873" y="1269999"/>
                  </a:lnTo>
                  <a:lnTo>
                    <a:pt x="870392" y="1269999"/>
                  </a:lnTo>
                  <a:lnTo>
                    <a:pt x="848994" y="1257299"/>
                  </a:lnTo>
                  <a:lnTo>
                    <a:pt x="801707" y="1244599"/>
                  </a:lnTo>
                  <a:lnTo>
                    <a:pt x="463832" y="1244599"/>
                  </a:lnTo>
                  <a:lnTo>
                    <a:pt x="423814" y="1231899"/>
                  </a:lnTo>
                  <a:lnTo>
                    <a:pt x="385028" y="1219199"/>
                  </a:lnTo>
                  <a:lnTo>
                    <a:pt x="347584" y="1193799"/>
                  </a:lnTo>
                  <a:lnTo>
                    <a:pt x="311594" y="1168399"/>
                  </a:lnTo>
                  <a:lnTo>
                    <a:pt x="277169" y="1142999"/>
                  </a:lnTo>
                  <a:lnTo>
                    <a:pt x="244421" y="1104899"/>
                  </a:lnTo>
                  <a:lnTo>
                    <a:pt x="213461" y="1066799"/>
                  </a:lnTo>
                  <a:lnTo>
                    <a:pt x="184401" y="1028699"/>
                  </a:lnTo>
                  <a:lnTo>
                    <a:pt x="157351" y="977899"/>
                  </a:lnTo>
                  <a:lnTo>
                    <a:pt x="132422" y="927099"/>
                  </a:lnTo>
                  <a:lnTo>
                    <a:pt x="109727" y="876299"/>
                  </a:lnTo>
                  <a:lnTo>
                    <a:pt x="132518" y="863599"/>
                  </a:lnTo>
                  <a:lnTo>
                    <a:pt x="444373" y="863599"/>
                  </a:lnTo>
                  <a:lnTo>
                    <a:pt x="399725" y="838199"/>
                  </a:lnTo>
                  <a:lnTo>
                    <a:pt x="352643" y="825499"/>
                  </a:lnTo>
                  <a:lnTo>
                    <a:pt x="303387" y="812799"/>
                  </a:lnTo>
                  <a:lnTo>
                    <a:pt x="206895" y="812799"/>
                  </a:lnTo>
                  <a:lnTo>
                    <a:pt x="155843" y="800099"/>
                  </a:lnTo>
                  <a:close/>
                </a:path>
                <a:path w="1859915" h="2209800">
                  <a:moveTo>
                    <a:pt x="1784857" y="1244599"/>
                  </a:moveTo>
                  <a:lnTo>
                    <a:pt x="1762227" y="1257299"/>
                  </a:lnTo>
                  <a:lnTo>
                    <a:pt x="1727137" y="1282699"/>
                  </a:lnTo>
                  <a:lnTo>
                    <a:pt x="1686267" y="1308099"/>
                  </a:lnTo>
                  <a:lnTo>
                    <a:pt x="1646299" y="1346199"/>
                  </a:lnTo>
                  <a:lnTo>
                    <a:pt x="1613915" y="1384299"/>
                  </a:lnTo>
                  <a:lnTo>
                    <a:pt x="1579148" y="1422399"/>
                  </a:lnTo>
                  <a:lnTo>
                    <a:pt x="1546622" y="1460499"/>
                  </a:lnTo>
                  <a:lnTo>
                    <a:pt x="1516373" y="1498599"/>
                  </a:lnTo>
                  <a:lnTo>
                    <a:pt x="1488434" y="1536699"/>
                  </a:lnTo>
                  <a:lnTo>
                    <a:pt x="1462838" y="1587499"/>
                  </a:lnTo>
                  <a:lnTo>
                    <a:pt x="1439620" y="1625599"/>
                  </a:lnTo>
                  <a:lnTo>
                    <a:pt x="1418813" y="1676399"/>
                  </a:lnTo>
                  <a:lnTo>
                    <a:pt x="1400452" y="1714499"/>
                  </a:lnTo>
                  <a:lnTo>
                    <a:pt x="1384569" y="1765299"/>
                  </a:lnTo>
                  <a:lnTo>
                    <a:pt x="1371200" y="1803399"/>
                  </a:lnTo>
                  <a:lnTo>
                    <a:pt x="1360377" y="1854199"/>
                  </a:lnTo>
                  <a:lnTo>
                    <a:pt x="1352136" y="1904999"/>
                  </a:lnTo>
                  <a:lnTo>
                    <a:pt x="1346508" y="1955799"/>
                  </a:lnTo>
                  <a:lnTo>
                    <a:pt x="1343529" y="1993899"/>
                  </a:lnTo>
                  <a:lnTo>
                    <a:pt x="1343455" y="2006599"/>
                  </a:lnTo>
                  <a:lnTo>
                    <a:pt x="1343381" y="2019299"/>
                  </a:lnTo>
                  <a:lnTo>
                    <a:pt x="1343306" y="2031999"/>
                  </a:lnTo>
                  <a:lnTo>
                    <a:pt x="1343232" y="2044699"/>
                  </a:lnTo>
                  <a:lnTo>
                    <a:pt x="1345651" y="2095499"/>
                  </a:lnTo>
                  <a:lnTo>
                    <a:pt x="1350820" y="2146299"/>
                  </a:lnTo>
                  <a:lnTo>
                    <a:pt x="1358772" y="2209799"/>
                  </a:lnTo>
                  <a:lnTo>
                    <a:pt x="1508505" y="2209799"/>
                  </a:lnTo>
                  <a:lnTo>
                    <a:pt x="1533525" y="2184399"/>
                  </a:lnTo>
                  <a:lnTo>
                    <a:pt x="1543312" y="2171699"/>
                  </a:lnTo>
                  <a:lnTo>
                    <a:pt x="1425828" y="2171699"/>
                  </a:lnTo>
                  <a:lnTo>
                    <a:pt x="1412918" y="2133599"/>
                  </a:lnTo>
                  <a:lnTo>
                    <a:pt x="1404504" y="2082799"/>
                  </a:lnTo>
                  <a:lnTo>
                    <a:pt x="1400340" y="2031999"/>
                  </a:lnTo>
                  <a:lnTo>
                    <a:pt x="1400220" y="1993899"/>
                  </a:lnTo>
                  <a:lnTo>
                    <a:pt x="1400180" y="1981199"/>
                  </a:lnTo>
                  <a:lnTo>
                    <a:pt x="1403778" y="1930399"/>
                  </a:lnTo>
                  <a:lnTo>
                    <a:pt x="1410889" y="1879599"/>
                  </a:lnTo>
                  <a:lnTo>
                    <a:pt x="1421268" y="1828799"/>
                  </a:lnTo>
                  <a:lnTo>
                    <a:pt x="1434668" y="1777999"/>
                  </a:lnTo>
                  <a:lnTo>
                    <a:pt x="1450843" y="1727199"/>
                  </a:lnTo>
                  <a:lnTo>
                    <a:pt x="1469548" y="1689099"/>
                  </a:lnTo>
                  <a:lnTo>
                    <a:pt x="1490538" y="1638299"/>
                  </a:lnTo>
                  <a:lnTo>
                    <a:pt x="1513565" y="1587499"/>
                  </a:lnTo>
                  <a:lnTo>
                    <a:pt x="1538385" y="1549399"/>
                  </a:lnTo>
                  <a:lnTo>
                    <a:pt x="1564753" y="1511299"/>
                  </a:lnTo>
                  <a:lnTo>
                    <a:pt x="1592421" y="1473199"/>
                  </a:lnTo>
                  <a:lnTo>
                    <a:pt x="1621144" y="1447799"/>
                  </a:lnTo>
                  <a:lnTo>
                    <a:pt x="1650678" y="1409699"/>
                  </a:lnTo>
                  <a:lnTo>
                    <a:pt x="1680775" y="1396999"/>
                  </a:lnTo>
                  <a:lnTo>
                    <a:pt x="1711190" y="1371599"/>
                  </a:lnTo>
                  <a:lnTo>
                    <a:pt x="1741677" y="1358899"/>
                  </a:lnTo>
                  <a:lnTo>
                    <a:pt x="1815267" y="1358899"/>
                  </a:lnTo>
                  <a:lnTo>
                    <a:pt x="1812408" y="1333499"/>
                  </a:lnTo>
                  <a:lnTo>
                    <a:pt x="1804713" y="1295399"/>
                  </a:lnTo>
                  <a:lnTo>
                    <a:pt x="1795407" y="1257299"/>
                  </a:lnTo>
                  <a:lnTo>
                    <a:pt x="1784857" y="1244599"/>
                  </a:lnTo>
                  <a:close/>
                </a:path>
                <a:path w="1859915" h="2209800">
                  <a:moveTo>
                    <a:pt x="1859787" y="2095499"/>
                  </a:moveTo>
                  <a:lnTo>
                    <a:pt x="1790827" y="2209799"/>
                  </a:lnTo>
                  <a:lnTo>
                    <a:pt x="1843531" y="2209799"/>
                  </a:lnTo>
                  <a:lnTo>
                    <a:pt x="1859787" y="2184399"/>
                  </a:lnTo>
                  <a:lnTo>
                    <a:pt x="1859787" y="2095499"/>
                  </a:lnTo>
                  <a:close/>
                </a:path>
                <a:path w="1859915" h="2209800">
                  <a:moveTo>
                    <a:pt x="1540172" y="1879599"/>
                  </a:moveTo>
                  <a:lnTo>
                    <a:pt x="1528952" y="1879599"/>
                  </a:lnTo>
                  <a:lnTo>
                    <a:pt x="1518290" y="1917699"/>
                  </a:lnTo>
                  <a:lnTo>
                    <a:pt x="1507950" y="1955799"/>
                  </a:lnTo>
                  <a:lnTo>
                    <a:pt x="1497252" y="1993899"/>
                  </a:lnTo>
                  <a:lnTo>
                    <a:pt x="1485518" y="2019299"/>
                  </a:lnTo>
                  <a:lnTo>
                    <a:pt x="1472870" y="2057399"/>
                  </a:lnTo>
                  <a:lnTo>
                    <a:pt x="1458626" y="2095499"/>
                  </a:lnTo>
                  <a:lnTo>
                    <a:pt x="1442906" y="2133599"/>
                  </a:lnTo>
                  <a:lnTo>
                    <a:pt x="1425828" y="2171699"/>
                  </a:lnTo>
                  <a:lnTo>
                    <a:pt x="1543312" y="2171699"/>
                  </a:lnTo>
                  <a:lnTo>
                    <a:pt x="1562886" y="2146299"/>
                  </a:lnTo>
                  <a:lnTo>
                    <a:pt x="1590937" y="2108199"/>
                  </a:lnTo>
                  <a:lnTo>
                    <a:pt x="1608787" y="2082799"/>
                  </a:lnTo>
                  <a:lnTo>
                    <a:pt x="1531619" y="2082799"/>
                  </a:lnTo>
                  <a:lnTo>
                    <a:pt x="1537886" y="2044699"/>
                  </a:lnTo>
                  <a:lnTo>
                    <a:pt x="1544034" y="1993899"/>
                  </a:lnTo>
                  <a:lnTo>
                    <a:pt x="1549943" y="1943099"/>
                  </a:lnTo>
                  <a:lnTo>
                    <a:pt x="1555495" y="1892299"/>
                  </a:lnTo>
                  <a:lnTo>
                    <a:pt x="1548606" y="1892299"/>
                  </a:lnTo>
                  <a:lnTo>
                    <a:pt x="1540172" y="1879599"/>
                  </a:lnTo>
                  <a:close/>
                </a:path>
                <a:path w="1859915" h="2209800">
                  <a:moveTo>
                    <a:pt x="1815267" y="1358899"/>
                  </a:moveTo>
                  <a:lnTo>
                    <a:pt x="1741677" y="1358899"/>
                  </a:lnTo>
                  <a:lnTo>
                    <a:pt x="1753370" y="1396999"/>
                  </a:lnTo>
                  <a:lnTo>
                    <a:pt x="1761900" y="1435099"/>
                  </a:lnTo>
                  <a:lnTo>
                    <a:pt x="1767236" y="1473199"/>
                  </a:lnTo>
                  <a:lnTo>
                    <a:pt x="1769346" y="1523999"/>
                  </a:lnTo>
                  <a:lnTo>
                    <a:pt x="1768199" y="1562099"/>
                  </a:lnTo>
                  <a:lnTo>
                    <a:pt x="1763763" y="1600199"/>
                  </a:lnTo>
                  <a:lnTo>
                    <a:pt x="1756007" y="1638299"/>
                  </a:lnTo>
                  <a:lnTo>
                    <a:pt x="1744900" y="1689099"/>
                  </a:lnTo>
                  <a:lnTo>
                    <a:pt x="1730410" y="1727199"/>
                  </a:lnTo>
                  <a:lnTo>
                    <a:pt x="1712506" y="1777999"/>
                  </a:lnTo>
                  <a:lnTo>
                    <a:pt x="1691156" y="1828799"/>
                  </a:lnTo>
                  <a:lnTo>
                    <a:pt x="1666329" y="1866899"/>
                  </a:lnTo>
                  <a:lnTo>
                    <a:pt x="1637993" y="1917699"/>
                  </a:lnTo>
                  <a:lnTo>
                    <a:pt x="1606117" y="1981199"/>
                  </a:lnTo>
                  <a:lnTo>
                    <a:pt x="1570670" y="2031999"/>
                  </a:lnTo>
                  <a:lnTo>
                    <a:pt x="1531619" y="2082799"/>
                  </a:lnTo>
                  <a:lnTo>
                    <a:pt x="1608787" y="2082799"/>
                  </a:lnTo>
                  <a:lnTo>
                    <a:pt x="1617711" y="2070099"/>
                  </a:lnTo>
                  <a:lnTo>
                    <a:pt x="1643247" y="2019299"/>
                  </a:lnTo>
                  <a:lnTo>
                    <a:pt x="1667579" y="1981199"/>
                  </a:lnTo>
                  <a:lnTo>
                    <a:pt x="1690743" y="1943099"/>
                  </a:lnTo>
                  <a:lnTo>
                    <a:pt x="1712777" y="1892299"/>
                  </a:lnTo>
                  <a:lnTo>
                    <a:pt x="1733715" y="1854199"/>
                  </a:lnTo>
                  <a:lnTo>
                    <a:pt x="1753594" y="1803399"/>
                  </a:lnTo>
                  <a:lnTo>
                    <a:pt x="1772450" y="1752599"/>
                  </a:lnTo>
                  <a:lnTo>
                    <a:pt x="1790318" y="1714499"/>
                  </a:lnTo>
                  <a:lnTo>
                    <a:pt x="1804183" y="1663699"/>
                  </a:lnTo>
                  <a:lnTo>
                    <a:pt x="1813866" y="1612899"/>
                  </a:lnTo>
                  <a:lnTo>
                    <a:pt x="1819735" y="1549399"/>
                  </a:lnTo>
                  <a:lnTo>
                    <a:pt x="1822156" y="1498599"/>
                  </a:lnTo>
                  <a:lnTo>
                    <a:pt x="1821497" y="1435099"/>
                  </a:lnTo>
                  <a:lnTo>
                    <a:pt x="1818125" y="1384299"/>
                  </a:lnTo>
                  <a:lnTo>
                    <a:pt x="1815267" y="1358899"/>
                  </a:lnTo>
                  <a:close/>
                </a:path>
                <a:path w="1859915" h="2209800">
                  <a:moveTo>
                    <a:pt x="1469199" y="533399"/>
                  </a:moveTo>
                  <a:lnTo>
                    <a:pt x="1442291" y="533399"/>
                  </a:lnTo>
                  <a:lnTo>
                    <a:pt x="1411477" y="546099"/>
                  </a:lnTo>
                  <a:lnTo>
                    <a:pt x="1377805" y="571499"/>
                  </a:lnTo>
                  <a:lnTo>
                    <a:pt x="1343739" y="584199"/>
                  </a:lnTo>
                  <a:lnTo>
                    <a:pt x="1312269" y="609599"/>
                  </a:lnTo>
                  <a:lnTo>
                    <a:pt x="1286382" y="647699"/>
                  </a:lnTo>
                  <a:lnTo>
                    <a:pt x="1258334" y="685799"/>
                  </a:lnTo>
                  <a:lnTo>
                    <a:pt x="1232582" y="723899"/>
                  </a:lnTo>
                  <a:lnTo>
                    <a:pt x="1209407" y="774699"/>
                  </a:lnTo>
                  <a:lnTo>
                    <a:pt x="1189089" y="812799"/>
                  </a:lnTo>
                  <a:lnTo>
                    <a:pt x="1171909" y="850899"/>
                  </a:lnTo>
                  <a:lnTo>
                    <a:pt x="1158147" y="901699"/>
                  </a:lnTo>
                  <a:lnTo>
                    <a:pt x="1148084" y="939799"/>
                  </a:lnTo>
                  <a:lnTo>
                    <a:pt x="1142001" y="990599"/>
                  </a:lnTo>
                  <a:lnTo>
                    <a:pt x="1140178" y="1041399"/>
                  </a:lnTo>
                  <a:lnTo>
                    <a:pt x="1142896" y="1079499"/>
                  </a:lnTo>
                  <a:lnTo>
                    <a:pt x="1150435" y="1130299"/>
                  </a:lnTo>
                  <a:lnTo>
                    <a:pt x="1163076" y="1181099"/>
                  </a:lnTo>
                  <a:lnTo>
                    <a:pt x="1181100" y="1231899"/>
                  </a:lnTo>
                  <a:lnTo>
                    <a:pt x="1197352" y="1269999"/>
                  </a:lnTo>
                  <a:lnTo>
                    <a:pt x="1205960" y="1320799"/>
                  </a:lnTo>
                  <a:lnTo>
                    <a:pt x="1203281" y="1358899"/>
                  </a:lnTo>
                  <a:lnTo>
                    <a:pt x="1185671" y="1409699"/>
                  </a:lnTo>
                  <a:lnTo>
                    <a:pt x="1164947" y="1447799"/>
                  </a:lnTo>
                  <a:lnTo>
                    <a:pt x="1144555" y="1498599"/>
                  </a:lnTo>
                  <a:lnTo>
                    <a:pt x="1118592" y="1549399"/>
                  </a:lnTo>
                  <a:lnTo>
                    <a:pt x="1081151" y="1587499"/>
                  </a:lnTo>
                  <a:lnTo>
                    <a:pt x="1149619" y="1587499"/>
                  </a:lnTo>
                  <a:lnTo>
                    <a:pt x="1154284" y="1574799"/>
                  </a:lnTo>
                  <a:lnTo>
                    <a:pt x="1181607" y="1536699"/>
                  </a:lnTo>
                  <a:lnTo>
                    <a:pt x="1195141" y="1511299"/>
                  </a:lnTo>
                  <a:lnTo>
                    <a:pt x="1206436" y="1498599"/>
                  </a:lnTo>
                  <a:lnTo>
                    <a:pt x="1216969" y="1473199"/>
                  </a:lnTo>
                  <a:lnTo>
                    <a:pt x="1228216" y="1447799"/>
                  </a:lnTo>
                  <a:lnTo>
                    <a:pt x="1250358" y="1409699"/>
                  </a:lnTo>
                  <a:lnTo>
                    <a:pt x="1272210" y="1371599"/>
                  </a:lnTo>
                  <a:lnTo>
                    <a:pt x="1294161" y="1320799"/>
                  </a:lnTo>
                  <a:lnTo>
                    <a:pt x="1316599" y="1282699"/>
                  </a:lnTo>
                  <a:lnTo>
                    <a:pt x="1339912" y="1244599"/>
                  </a:lnTo>
                  <a:lnTo>
                    <a:pt x="1268221" y="1244599"/>
                  </a:lnTo>
                  <a:lnTo>
                    <a:pt x="1239113" y="1219199"/>
                  </a:lnTo>
                  <a:lnTo>
                    <a:pt x="1215376" y="1168399"/>
                  </a:lnTo>
                  <a:lnTo>
                    <a:pt x="1198762" y="1092199"/>
                  </a:lnTo>
                  <a:lnTo>
                    <a:pt x="1194058" y="1041399"/>
                  </a:lnTo>
                  <a:lnTo>
                    <a:pt x="1194182" y="1028699"/>
                  </a:lnTo>
                  <a:lnTo>
                    <a:pt x="1194307" y="1015999"/>
                  </a:lnTo>
                  <a:lnTo>
                    <a:pt x="1200013" y="939799"/>
                  </a:lnTo>
                  <a:lnTo>
                    <a:pt x="1210187" y="901699"/>
                  </a:lnTo>
                  <a:lnTo>
                    <a:pt x="1224835" y="850899"/>
                  </a:lnTo>
                  <a:lnTo>
                    <a:pt x="1243714" y="800099"/>
                  </a:lnTo>
                  <a:lnTo>
                    <a:pt x="1266580" y="761999"/>
                  </a:lnTo>
                  <a:lnTo>
                    <a:pt x="1293191" y="723899"/>
                  </a:lnTo>
                  <a:lnTo>
                    <a:pt x="1323304" y="685799"/>
                  </a:lnTo>
                  <a:lnTo>
                    <a:pt x="1356675" y="647699"/>
                  </a:lnTo>
                  <a:lnTo>
                    <a:pt x="1393062" y="622299"/>
                  </a:lnTo>
                  <a:lnTo>
                    <a:pt x="1405955" y="609599"/>
                  </a:lnTo>
                  <a:lnTo>
                    <a:pt x="1421431" y="609599"/>
                  </a:lnTo>
                  <a:lnTo>
                    <a:pt x="1440693" y="596899"/>
                  </a:lnTo>
                  <a:lnTo>
                    <a:pt x="1464944" y="584199"/>
                  </a:lnTo>
                  <a:lnTo>
                    <a:pt x="1519496" y="584199"/>
                  </a:lnTo>
                  <a:lnTo>
                    <a:pt x="1512442" y="571499"/>
                  </a:lnTo>
                  <a:lnTo>
                    <a:pt x="1492488" y="546099"/>
                  </a:lnTo>
                  <a:lnTo>
                    <a:pt x="1469199" y="533399"/>
                  </a:lnTo>
                  <a:close/>
                </a:path>
                <a:path w="1859915" h="2209800">
                  <a:moveTo>
                    <a:pt x="503935" y="0"/>
                  </a:moveTo>
                  <a:lnTo>
                    <a:pt x="491743" y="12699"/>
                  </a:lnTo>
                  <a:lnTo>
                    <a:pt x="489457" y="12699"/>
                  </a:lnTo>
                  <a:lnTo>
                    <a:pt x="478506" y="63499"/>
                  </a:lnTo>
                  <a:lnTo>
                    <a:pt x="467852" y="114299"/>
                  </a:lnTo>
                  <a:lnTo>
                    <a:pt x="457364" y="152399"/>
                  </a:lnTo>
                  <a:lnTo>
                    <a:pt x="446912" y="203199"/>
                  </a:lnTo>
                  <a:lnTo>
                    <a:pt x="436883" y="253999"/>
                  </a:lnTo>
                  <a:lnTo>
                    <a:pt x="429548" y="304799"/>
                  </a:lnTo>
                  <a:lnTo>
                    <a:pt x="425565" y="355599"/>
                  </a:lnTo>
                  <a:lnTo>
                    <a:pt x="425593" y="393699"/>
                  </a:lnTo>
                  <a:lnTo>
                    <a:pt x="430288" y="444499"/>
                  </a:lnTo>
                  <a:lnTo>
                    <a:pt x="440308" y="495299"/>
                  </a:lnTo>
                  <a:lnTo>
                    <a:pt x="456310" y="546099"/>
                  </a:lnTo>
                  <a:lnTo>
                    <a:pt x="476632" y="584199"/>
                  </a:lnTo>
                  <a:lnTo>
                    <a:pt x="498173" y="634999"/>
                  </a:lnTo>
                  <a:lnTo>
                    <a:pt x="521234" y="685799"/>
                  </a:lnTo>
                  <a:lnTo>
                    <a:pt x="546114" y="723899"/>
                  </a:lnTo>
                  <a:lnTo>
                    <a:pt x="573113" y="761999"/>
                  </a:lnTo>
                  <a:lnTo>
                    <a:pt x="602532" y="812799"/>
                  </a:lnTo>
                  <a:lnTo>
                    <a:pt x="634670" y="850899"/>
                  </a:lnTo>
                  <a:lnTo>
                    <a:pt x="669828" y="876299"/>
                  </a:lnTo>
                  <a:lnTo>
                    <a:pt x="708305" y="914399"/>
                  </a:lnTo>
                  <a:lnTo>
                    <a:pt x="750401" y="952499"/>
                  </a:lnTo>
                  <a:lnTo>
                    <a:pt x="796416" y="977899"/>
                  </a:lnTo>
                  <a:lnTo>
                    <a:pt x="836771" y="1003299"/>
                  </a:lnTo>
                  <a:lnTo>
                    <a:pt x="865504" y="1028699"/>
                  </a:lnTo>
                  <a:lnTo>
                    <a:pt x="884186" y="1079499"/>
                  </a:lnTo>
                  <a:lnTo>
                    <a:pt x="901507" y="1130299"/>
                  </a:lnTo>
                  <a:lnTo>
                    <a:pt x="918366" y="1181099"/>
                  </a:lnTo>
                  <a:lnTo>
                    <a:pt x="935657" y="1231899"/>
                  </a:lnTo>
                  <a:lnTo>
                    <a:pt x="954277" y="1282699"/>
                  </a:lnTo>
                  <a:lnTo>
                    <a:pt x="1004951" y="1282699"/>
                  </a:lnTo>
                  <a:lnTo>
                    <a:pt x="988891" y="1244599"/>
                  </a:lnTo>
                  <a:lnTo>
                    <a:pt x="972758" y="1193799"/>
                  </a:lnTo>
                  <a:lnTo>
                    <a:pt x="957415" y="1142999"/>
                  </a:lnTo>
                  <a:lnTo>
                    <a:pt x="943728" y="1104899"/>
                  </a:lnTo>
                  <a:lnTo>
                    <a:pt x="932560" y="1054099"/>
                  </a:lnTo>
                  <a:lnTo>
                    <a:pt x="924776" y="1015999"/>
                  </a:lnTo>
                  <a:lnTo>
                    <a:pt x="921239" y="965199"/>
                  </a:lnTo>
                  <a:lnTo>
                    <a:pt x="922813" y="914399"/>
                  </a:lnTo>
                  <a:lnTo>
                    <a:pt x="924700" y="901699"/>
                  </a:lnTo>
                  <a:lnTo>
                    <a:pt x="828675" y="901699"/>
                  </a:lnTo>
                  <a:lnTo>
                    <a:pt x="790917" y="888999"/>
                  </a:lnTo>
                  <a:lnTo>
                    <a:pt x="754796" y="876299"/>
                  </a:lnTo>
                  <a:lnTo>
                    <a:pt x="720437" y="850899"/>
                  </a:lnTo>
                  <a:lnTo>
                    <a:pt x="687963" y="825499"/>
                  </a:lnTo>
                  <a:lnTo>
                    <a:pt x="657498" y="800099"/>
                  </a:lnTo>
                  <a:lnTo>
                    <a:pt x="629165" y="761999"/>
                  </a:lnTo>
                  <a:lnTo>
                    <a:pt x="603090" y="736599"/>
                  </a:lnTo>
                  <a:lnTo>
                    <a:pt x="579394" y="685799"/>
                  </a:lnTo>
                  <a:lnTo>
                    <a:pt x="558203" y="647699"/>
                  </a:lnTo>
                  <a:lnTo>
                    <a:pt x="539641" y="609599"/>
                  </a:lnTo>
                  <a:lnTo>
                    <a:pt x="523830" y="558799"/>
                  </a:lnTo>
                  <a:lnTo>
                    <a:pt x="510895" y="507999"/>
                  </a:lnTo>
                  <a:lnTo>
                    <a:pt x="500959" y="469899"/>
                  </a:lnTo>
                  <a:lnTo>
                    <a:pt x="494147" y="419099"/>
                  </a:lnTo>
                  <a:lnTo>
                    <a:pt x="490582" y="368299"/>
                  </a:lnTo>
                  <a:lnTo>
                    <a:pt x="490534" y="355599"/>
                  </a:lnTo>
                  <a:lnTo>
                    <a:pt x="490437" y="330199"/>
                  </a:lnTo>
                  <a:lnTo>
                    <a:pt x="490389" y="317499"/>
                  </a:lnTo>
                  <a:lnTo>
                    <a:pt x="493690" y="279399"/>
                  </a:lnTo>
                  <a:lnTo>
                    <a:pt x="500610" y="228599"/>
                  </a:lnTo>
                  <a:lnTo>
                    <a:pt x="511273" y="177799"/>
                  </a:lnTo>
                  <a:lnTo>
                    <a:pt x="525802" y="139699"/>
                  </a:lnTo>
                  <a:lnTo>
                    <a:pt x="544321" y="101599"/>
                  </a:lnTo>
                  <a:lnTo>
                    <a:pt x="650939" y="101599"/>
                  </a:lnTo>
                  <a:lnTo>
                    <a:pt x="631316" y="88899"/>
                  </a:lnTo>
                  <a:lnTo>
                    <a:pt x="509650" y="12699"/>
                  </a:lnTo>
                  <a:lnTo>
                    <a:pt x="503935" y="0"/>
                  </a:lnTo>
                  <a:close/>
                </a:path>
                <a:path w="1859915" h="2209800">
                  <a:moveTo>
                    <a:pt x="348868" y="1015999"/>
                  </a:moveTo>
                  <a:lnTo>
                    <a:pt x="371817" y="1054099"/>
                  </a:lnTo>
                  <a:lnTo>
                    <a:pt x="401534" y="1092199"/>
                  </a:lnTo>
                  <a:lnTo>
                    <a:pt x="436335" y="1117599"/>
                  </a:lnTo>
                  <a:lnTo>
                    <a:pt x="474535" y="1142999"/>
                  </a:lnTo>
                  <a:lnTo>
                    <a:pt x="514450" y="1168399"/>
                  </a:lnTo>
                  <a:lnTo>
                    <a:pt x="554394" y="1181099"/>
                  </a:lnTo>
                  <a:lnTo>
                    <a:pt x="592684" y="1206499"/>
                  </a:lnTo>
                  <a:lnTo>
                    <a:pt x="627633" y="1231899"/>
                  </a:lnTo>
                  <a:lnTo>
                    <a:pt x="607230" y="1244599"/>
                  </a:lnTo>
                  <a:lnTo>
                    <a:pt x="801707" y="1244599"/>
                  </a:lnTo>
                  <a:lnTo>
                    <a:pt x="759872" y="1219199"/>
                  </a:lnTo>
                  <a:lnTo>
                    <a:pt x="724086" y="1181099"/>
                  </a:lnTo>
                  <a:lnTo>
                    <a:pt x="709515" y="1155699"/>
                  </a:lnTo>
                  <a:lnTo>
                    <a:pt x="642619" y="1155699"/>
                  </a:lnTo>
                  <a:lnTo>
                    <a:pt x="596243" y="1142999"/>
                  </a:lnTo>
                  <a:lnTo>
                    <a:pt x="552459" y="1130299"/>
                  </a:lnTo>
                  <a:lnTo>
                    <a:pt x="510595" y="1104899"/>
                  </a:lnTo>
                  <a:lnTo>
                    <a:pt x="469977" y="1079499"/>
                  </a:lnTo>
                  <a:lnTo>
                    <a:pt x="429932" y="1066799"/>
                  </a:lnTo>
                  <a:lnTo>
                    <a:pt x="389787" y="1041399"/>
                  </a:lnTo>
                  <a:lnTo>
                    <a:pt x="348868" y="1015999"/>
                  </a:lnTo>
                  <a:close/>
                </a:path>
                <a:path w="1859915" h="2209800">
                  <a:moveTo>
                    <a:pt x="1422018" y="787399"/>
                  </a:moveTo>
                  <a:lnTo>
                    <a:pt x="1407667" y="787399"/>
                  </a:lnTo>
                  <a:lnTo>
                    <a:pt x="1397902" y="800099"/>
                  </a:lnTo>
                  <a:lnTo>
                    <a:pt x="1387744" y="800099"/>
                  </a:lnTo>
                  <a:lnTo>
                    <a:pt x="1361167" y="876299"/>
                  </a:lnTo>
                  <a:lnTo>
                    <a:pt x="1349182" y="927099"/>
                  </a:lnTo>
                  <a:lnTo>
                    <a:pt x="1337500" y="977899"/>
                  </a:lnTo>
                  <a:lnTo>
                    <a:pt x="1325945" y="1028699"/>
                  </a:lnTo>
                  <a:lnTo>
                    <a:pt x="1314341" y="1066799"/>
                  </a:lnTo>
                  <a:lnTo>
                    <a:pt x="1302511" y="1117599"/>
                  </a:lnTo>
                  <a:lnTo>
                    <a:pt x="1294903" y="1155699"/>
                  </a:lnTo>
                  <a:lnTo>
                    <a:pt x="1286509" y="1181099"/>
                  </a:lnTo>
                  <a:lnTo>
                    <a:pt x="1277544" y="1206499"/>
                  </a:lnTo>
                  <a:lnTo>
                    <a:pt x="1268221" y="1244599"/>
                  </a:lnTo>
                  <a:lnTo>
                    <a:pt x="1339912" y="1244599"/>
                  </a:lnTo>
                  <a:lnTo>
                    <a:pt x="1390433" y="1168399"/>
                  </a:lnTo>
                  <a:lnTo>
                    <a:pt x="1414347" y="1117599"/>
                  </a:lnTo>
                  <a:lnTo>
                    <a:pt x="1436270" y="1079499"/>
                  </a:lnTo>
                  <a:lnTo>
                    <a:pt x="1366519" y="1079499"/>
                  </a:lnTo>
                  <a:lnTo>
                    <a:pt x="1376951" y="1028699"/>
                  </a:lnTo>
                  <a:lnTo>
                    <a:pt x="1408288" y="888999"/>
                  </a:lnTo>
                  <a:lnTo>
                    <a:pt x="1418678" y="838199"/>
                  </a:lnTo>
                  <a:lnTo>
                    <a:pt x="1429003" y="800099"/>
                  </a:lnTo>
                  <a:lnTo>
                    <a:pt x="1422018" y="787399"/>
                  </a:lnTo>
                  <a:close/>
                </a:path>
                <a:path w="1859915" h="2209800">
                  <a:moveTo>
                    <a:pt x="444373" y="863599"/>
                  </a:moveTo>
                  <a:lnTo>
                    <a:pt x="290888" y="863599"/>
                  </a:lnTo>
                  <a:lnTo>
                    <a:pt x="333867" y="876299"/>
                  </a:lnTo>
                  <a:lnTo>
                    <a:pt x="374697" y="888999"/>
                  </a:lnTo>
                  <a:lnTo>
                    <a:pt x="413533" y="901699"/>
                  </a:lnTo>
                  <a:lnTo>
                    <a:pt x="450532" y="927099"/>
                  </a:lnTo>
                  <a:lnTo>
                    <a:pt x="485848" y="952499"/>
                  </a:lnTo>
                  <a:lnTo>
                    <a:pt x="519636" y="990599"/>
                  </a:lnTo>
                  <a:lnTo>
                    <a:pt x="552053" y="1028699"/>
                  </a:lnTo>
                  <a:lnTo>
                    <a:pt x="583252" y="1066799"/>
                  </a:lnTo>
                  <a:lnTo>
                    <a:pt x="613389" y="1117599"/>
                  </a:lnTo>
                  <a:lnTo>
                    <a:pt x="642619" y="1155699"/>
                  </a:lnTo>
                  <a:lnTo>
                    <a:pt x="709515" y="1155699"/>
                  </a:lnTo>
                  <a:lnTo>
                    <a:pt x="694943" y="1130299"/>
                  </a:lnTo>
                  <a:lnTo>
                    <a:pt x="667581" y="1092199"/>
                  </a:lnTo>
                  <a:lnTo>
                    <a:pt x="633872" y="1041399"/>
                  </a:lnTo>
                  <a:lnTo>
                    <a:pt x="597235" y="1003299"/>
                  </a:lnTo>
                  <a:lnTo>
                    <a:pt x="561085" y="952499"/>
                  </a:lnTo>
                  <a:lnTo>
                    <a:pt x="525315" y="914399"/>
                  </a:lnTo>
                  <a:lnTo>
                    <a:pt x="486324" y="888999"/>
                  </a:lnTo>
                  <a:lnTo>
                    <a:pt x="444373" y="863599"/>
                  </a:lnTo>
                  <a:close/>
                </a:path>
                <a:path w="1859915" h="2209800">
                  <a:moveTo>
                    <a:pt x="1519496" y="584199"/>
                  </a:moveTo>
                  <a:lnTo>
                    <a:pt x="1464944" y="584199"/>
                  </a:lnTo>
                  <a:lnTo>
                    <a:pt x="1477722" y="647699"/>
                  </a:lnTo>
                  <a:lnTo>
                    <a:pt x="1483908" y="698499"/>
                  </a:lnTo>
                  <a:lnTo>
                    <a:pt x="1483999" y="723899"/>
                  </a:lnTo>
                  <a:lnTo>
                    <a:pt x="1484090" y="749299"/>
                  </a:lnTo>
                  <a:lnTo>
                    <a:pt x="1478854" y="800099"/>
                  </a:lnTo>
                  <a:lnTo>
                    <a:pt x="1468786" y="850899"/>
                  </a:lnTo>
                  <a:lnTo>
                    <a:pt x="1454475" y="888999"/>
                  </a:lnTo>
                  <a:lnTo>
                    <a:pt x="1436505" y="939799"/>
                  </a:lnTo>
                  <a:lnTo>
                    <a:pt x="1415465" y="990599"/>
                  </a:lnTo>
                  <a:lnTo>
                    <a:pt x="1391941" y="1028699"/>
                  </a:lnTo>
                  <a:lnTo>
                    <a:pt x="1366519" y="1079499"/>
                  </a:lnTo>
                  <a:lnTo>
                    <a:pt x="1436270" y="1079499"/>
                  </a:lnTo>
                  <a:lnTo>
                    <a:pt x="1456244" y="1028699"/>
                  </a:lnTo>
                  <a:lnTo>
                    <a:pt x="1474311" y="990599"/>
                  </a:lnTo>
                  <a:lnTo>
                    <a:pt x="1490510" y="939799"/>
                  </a:lnTo>
                  <a:lnTo>
                    <a:pt x="1504884" y="901699"/>
                  </a:lnTo>
                  <a:lnTo>
                    <a:pt x="1517473" y="850899"/>
                  </a:lnTo>
                  <a:lnTo>
                    <a:pt x="1528318" y="800099"/>
                  </a:lnTo>
                  <a:lnTo>
                    <a:pt x="1537461" y="761999"/>
                  </a:lnTo>
                  <a:lnTo>
                    <a:pt x="1543446" y="711199"/>
                  </a:lnTo>
                  <a:lnTo>
                    <a:pt x="1543347" y="698499"/>
                  </a:lnTo>
                  <a:lnTo>
                    <a:pt x="1543248" y="685799"/>
                  </a:lnTo>
                  <a:lnTo>
                    <a:pt x="1543149" y="673099"/>
                  </a:lnTo>
                  <a:lnTo>
                    <a:pt x="1543049" y="660399"/>
                  </a:lnTo>
                  <a:lnTo>
                    <a:pt x="1533604" y="609599"/>
                  </a:lnTo>
                  <a:lnTo>
                    <a:pt x="1519496" y="584199"/>
                  </a:lnTo>
                  <a:close/>
                </a:path>
                <a:path w="1859915" h="2209800">
                  <a:moveTo>
                    <a:pt x="661415" y="444499"/>
                  </a:moveTo>
                  <a:lnTo>
                    <a:pt x="611504" y="444499"/>
                  </a:lnTo>
                  <a:lnTo>
                    <a:pt x="630500" y="495299"/>
                  </a:lnTo>
                  <a:lnTo>
                    <a:pt x="654957" y="533399"/>
                  </a:lnTo>
                  <a:lnTo>
                    <a:pt x="681804" y="584199"/>
                  </a:lnTo>
                  <a:lnTo>
                    <a:pt x="707968" y="622299"/>
                  </a:lnTo>
                  <a:lnTo>
                    <a:pt x="730376" y="660399"/>
                  </a:lnTo>
                  <a:lnTo>
                    <a:pt x="750121" y="711199"/>
                  </a:lnTo>
                  <a:lnTo>
                    <a:pt x="769403" y="761999"/>
                  </a:lnTo>
                  <a:lnTo>
                    <a:pt x="788642" y="800099"/>
                  </a:lnTo>
                  <a:lnTo>
                    <a:pt x="808259" y="850899"/>
                  </a:lnTo>
                  <a:lnTo>
                    <a:pt x="828675" y="901699"/>
                  </a:lnTo>
                  <a:lnTo>
                    <a:pt x="924700" y="901699"/>
                  </a:lnTo>
                  <a:lnTo>
                    <a:pt x="930363" y="863599"/>
                  </a:lnTo>
                  <a:lnTo>
                    <a:pt x="941155" y="825499"/>
                  </a:lnTo>
                  <a:lnTo>
                    <a:pt x="869060" y="825499"/>
                  </a:lnTo>
                  <a:lnTo>
                    <a:pt x="843761" y="774699"/>
                  </a:lnTo>
                  <a:lnTo>
                    <a:pt x="818257" y="736599"/>
                  </a:lnTo>
                  <a:lnTo>
                    <a:pt x="792555" y="685799"/>
                  </a:lnTo>
                  <a:lnTo>
                    <a:pt x="766667" y="634999"/>
                  </a:lnTo>
                  <a:lnTo>
                    <a:pt x="740600" y="596899"/>
                  </a:lnTo>
                  <a:lnTo>
                    <a:pt x="714363" y="546099"/>
                  </a:lnTo>
                  <a:lnTo>
                    <a:pt x="687965" y="495299"/>
                  </a:lnTo>
                  <a:lnTo>
                    <a:pt x="661415" y="444499"/>
                  </a:lnTo>
                  <a:close/>
                </a:path>
                <a:path w="1859915" h="2209800">
                  <a:moveTo>
                    <a:pt x="650939" y="101599"/>
                  </a:moveTo>
                  <a:lnTo>
                    <a:pt x="544321" y="101599"/>
                  </a:lnTo>
                  <a:lnTo>
                    <a:pt x="593784" y="126999"/>
                  </a:lnTo>
                  <a:lnTo>
                    <a:pt x="639894" y="152399"/>
                  </a:lnTo>
                  <a:lnTo>
                    <a:pt x="682627" y="190499"/>
                  </a:lnTo>
                  <a:lnTo>
                    <a:pt x="721960" y="228599"/>
                  </a:lnTo>
                  <a:lnTo>
                    <a:pt x="757868" y="253999"/>
                  </a:lnTo>
                  <a:lnTo>
                    <a:pt x="790327" y="292099"/>
                  </a:lnTo>
                  <a:lnTo>
                    <a:pt x="819313" y="330199"/>
                  </a:lnTo>
                  <a:lnTo>
                    <a:pt x="844801" y="380999"/>
                  </a:lnTo>
                  <a:lnTo>
                    <a:pt x="866768" y="419099"/>
                  </a:lnTo>
                  <a:lnTo>
                    <a:pt x="885190" y="457199"/>
                  </a:lnTo>
                  <a:lnTo>
                    <a:pt x="900041" y="495299"/>
                  </a:lnTo>
                  <a:lnTo>
                    <a:pt x="911298" y="546099"/>
                  </a:lnTo>
                  <a:lnTo>
                    <a:pt x="918936" y="584199"/>
                  </a:lnTo>
                  <a:lnTo>
                    <a:pt x="922932" y="622299"/>
                  </a:lnTo>
                  <a:lnTo>
                    <a:pt x="923042" y="634999"/>
                  </a:lnTo>
                  <a:lnTo>
                    <a:pt x="923152" y="647699"/>
                  </a:lnTo>
                  <a:lnTo>
                    <a:pt x="923262" y="660399"/>
                  </a:lnTo>
                  <a:lnTo>
                    <a:pt x="919900" y="698499"/>
                  </a:lnTo>
                  <a:lnTo>
                    <a:pt x="912823" y="736599"/>
                  </a:lnTo>
                  <a:lnTo>
                    <a:pt x="902007" y="761999"/>
                  </a:lnTo>
                  <a:lnTo>
                    <a:pt x="887428" y="800099"/>
                  </a:lnTo>
                  <a:lnTo>
                    <a:pt x="869060" y="825499"/>
                  </a:lnTo>
                  <a:lnTo>
                    <a:pt x="941155" y="825499"/>
                  </a:lnTo>
                  <a:lnTo>
                    <a:pt x="944752" y="812799"/>
                  </a:lnTo>
                  <a:lnTo>
                    <a:pt x="959811" y="761999"/>
                  </a:lnTo>
                  <a:lnTo>
                    <a:pt x="970045" y="723899"/>
                  </a:lnTo>
                  <a:lnTo>
                    <a:pt x="975619" y="673099"/>
                  </a:lnTo>
                  <a:lnTo>
                    <a:pt x="976700" y="622299"/>
                  </a:lnTo>
                  <a:lnTo>
                    <a:pt x="973452" y="584199"/>
                  </a:lnTo>
                  <a:lnTo>
                    <a:pt x="966041" y="533399"/>
                  </a:lnTo>
                  <a:lnTo>
                    <a:pt x="954632" y="482599"/>
                  </a:lnTo>
                  <a:lnTo>
                    <a:pt x="939390" y="444499"/>
                  </a:lnTo>
                  <a:lnTo>
                    <a:pt x="920482" y="406399"/>
                  </a:lnTo>
                  <a:lnTo>
                    <a:pt x="898071" y="355599"/>
                  </a:lnTo>
                  <a:lnTo>
                    <a:pt x="872324" y="317499"/>
                  </a:lnTo>
                  <a:lnTo>
                    <a:pt x="843406" y="279399"/>
                  </a:lnTo>
                  <a:lnTo>
                    <a:pt x="812958" y="241299"/>
                  </a:lnTo>
                  <a:lnTo>
                    <a:pt x="780148" y="203199"/>
                  </a:lnTo>
                  <a:lnTo>
                    <a:pt x="745278" y="177799"/>
                  </a:lnTo>
                  <a:lnTo>
                    <a:pt x="708649" y="139699"/>
                  </a:lnTo>
                  <a:lnTo>
                    <a:pt x="670561" y="114299"/>
                  </a:lnTo>
                  <a:lnTo>
                    <a:pt x="650939" y="101599"/>
                  </a:lnTo>
                  <a:close/>
                </a:path>
              </a:pathLst>
            </a:custGeom>
            <a:solidFill>
              <a:srgbClr val="533D34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43003" y="0"/>
              <a:ext cx="1249045" cy="5509260"/>
            </a:xfrm>
            <a:custGeom>
              <a:avLst/>
              <a:gdLst/>
              <a:ahLst/>
              <a:cxnLst/>
              <a:rect l="l" t="t" r="r" b="b"/>
              <a:pathLst>
                <a:path w="1249045" h="5509260">
                  <a:moveTo>
                    <a:pt x="1248996" y="0"/>
                  </a:moveTo>
                  <a:lnTo>
                    <a:pt x="376506" y="0"/>
                  </a:lnTo>
                  <a:lnTo>
                    <a:pt x="338406" y="124332"/>
                  </a:lnTo>
                  <a:lnTo>
                    <a:pt x="324531" y="173250"/>
                  </a:lnTo>
                  <a:lnTo>
                    <a:pt x="310927" y="222323"/>
                  </a:lnTo>
                  <a:lnTo>
                    <a:pt x="297596" y="271545"/>
                  </a:lnTo>
                  <a:lnTo>
                    <a:pt x="284538" y="320909"/>
                  </a:lnTo>
                  <a:lnTo>
                    <a:pt x="271755" y="370410"/>
                  </a:lnTo>
                  <a:lnTo>
                    <a:pt x="259249" y="420040"/>
                  </a:lnTo>
                  <a:lnTo>
                    <a:pt x="247021" y="469793"/>
                  </a:lnTo>
                  <a:lnTo>
                    <a:pt x="235071" y="519662"/>
                  </a:lnTo>
                  <a:lnTo>
                    <a:pt x="223401" y="569641"/>
                  </a:lnTo>
                  <a:lnTo>
                    <a:pt x="212013" y="619723"/>
                  </a:lnTo>
                  <a:lnTo>
                    <a:pt x="200907" y="669903"/>
                  </a:lnTo>
                  <a:lnTo>
                    <a:pt x="190085" y="720172"/>
                  </a:lnTo>
                  <a:lnTo>
                    <a:pt x="179548" y="770525"/>
                  </a:lnTo>
                  <a:lnTo>
                    <a:pt x="169298" y="820956"/>
                  </a:lnTo>
                  <a:lnTo>
                    <a:pt x="159335" y="871457"/>
                  </a:lnTo>
                  <a:lnTo>
                    <a:pt x="149661" y="922022"/>
                  </a:lnTo>
                  <a:lnTo>
                    <a:pt x="140278" y="972644"/>
                  </a:lnTo>
                  <a:lnTo>
                    <a:pt x="131186" y="1023318"/>
                  </a:lnTo>
                  <a:lnTo>
                    <a:pt x="122386" y="1074036"/>
                  </a:lnTo>
                  <a:lnTo>
                    <a:pt x="113881" y="1124791"/>
                  </a:lnTo>
                  <a:lnTo>
                    <a:pt x="105671" y="1175579"/>
                  </a:lnTo>
                  <a:lnTo>
                    <a:pt x="97757" y="1226391"/>
                  </a:lnTo>
                  <a:lnTo>
                    <a:pt x="90141" y="1277221"/>
                  </a:lnTo>
                  <a:lnTo>
                    <a:pt x="82824" y="1328063"/>
                  </a:lnTo>
                  <a:lnTo>
                    <a:pt x="75807" y="1378911"/>
                  </a:lnTo>
                  <a:lnTo>
                    <a:pt x="69092" y="1429757"/>
                  </a:lnTo>
                  <a:lnTo>
                    <a:pt x="62680" y="1480595"/>
                  </a:lnTo>
                  <a:lnTo>
                    <a:pt x="56572" y="1531419"/>
                  </a:lnTo>
                  <a:lnTo>
                    <a:pt x="50769" y="1582222"/>
                  </a:lnTo>
                  <a:lnTo>
                    <a:pt x="45272" y="1632998"/>
                  </a:lnTo>
                  <a:lnTo>
                    <a:pt x="40084" y="1683739"/>
                  </a:lnTo>
                  <a:lnTo>
                    <a:pt x="35205" y="1734440"/>
                  </a:lnTo>
                  <a:lnTo>
                    <a:pt x="30636" y="1785094"/>
                  </a:lnTo>
                  <a:lnTo>
                    <a:pt x="26378" y="1835694"/>
                  </a:lnTo>
                  <a:lnTo>
                    <a:pt x="22434" y="1886234"/>
                  </a:lnTo>
                  <a:lnTo>
                    <a:pt x="18803" y="1936707"/>
                  </a:lnTo>
                  <a:lnTo>
                    <a:pt x="15488" y="1987107"/>
                  </a:lnTo>
                  <a:lnTo>
                    <a:pt x="12490" y="2037427"/>
                  </a:lnTo>
                  <a:lnTo>
                    <a:pt x="9810" y="2087661"/>
                  </a:lnTo>
                  <a:lnTo>
                    <a:pt x="7449" y="2137803"/>
                  </a:lnTo>
                  <a:lnTo>
                    <a:pt x="5408" y="2187844"/>
                  </a:lnTo>
                  <a:lnTo>
                    <a:pt x="3689" y="2237780"/>
                  </a:lnTo>
                  <a:lnTo>
                    <a:pt x="2293" y="2287603"/>
                  </a:lnTo>
                  <a:lnTo>
                    <a:pt x="1221" y="2337308"/>
                  </a:lnTo>
                  <a:lnTo>
                    <a:pt x="401" y="2393393"/>
                  </a:lnTo>
                  <a:lnTo>
                    <a:pt x="0" y="2449308"/>
                  </a:lnTo>
                  <a:lnTo>
                    <a:pt x="18" y="2505043"/>
                  </a:lnTo>
                  <a:lnTo>
                    <a:pt x="459" y="2560589"/>
                  </a:lnTo>
                  <a:lnTo>
                    <a:pt x="1324" y="2615937"/>
                  </a:lnTo>
                  <a:lnTo>
                    <a:pt x="2615" y="2671077"/>
                  </a:lnTo>
                  <a:lnTo>
                    <a:pt x="4334" y="2726000"/>
                  </a:lnTo>
                  <a:lnTo>
                    <a:pt x="6482" y="2780695"/>
                  </a:lnTo>
                  <a:lnTo>
                    <a:pt x="9061" y="2835154"/>
                  </a:lnTo>
                  <a:lnTo>
                    <a:pt x="12074" y="2889367"/>
                  </a:lnTo>
                  <a:lnTo>
                    <a:pt x="15522" y="2943325"/>
                  </a:lnTo>
                  <a:lnTo>
                    <a:pt x="19407" y="2997018"/>
                  </a:lnTo>
                  <a:lnTo>
                    <a:pt x="23730" y="3050437"/>
                  </a:lnTo>
                  <a:lnTo>
                    <a:pt x="28494" y="3103572"/>
                  </a:lnTo>
                  <a:lnTo>
                    <a:pt x="33701" y="3156413"/>
                  </a:lnTo>
                  <a:lnTo>
                    <a:pt x="39351" y="3208952"/>
                  </a:lnTo>
                  <a:lnTo>
                    <a:pt x="45448" y="3261179"/>
                  </a:lnTo>
                  <a:lnTo>
                    <a:pt x="51993" y="3313084"/>
                  </a:lnTo>
                  <a:lnTo>
                    <a:pt x="58988" y="3364658"/>
                  </a:lnTo>
                  <a:lnTo>
                    <a:pt x="66434" y="3415891"/>
                  </a:lnTo>
                  <a:lnTo>
                    <a:pt x="74334" y="3466774"/>
                  </a:lnTo>
                  <a:lnTo>
                    <a:pt x="82689" y="3517298"/>
                  </a:lnTo>
                  <a:lnTo>
                    <a:pt x="91501" y="3567452"/>
                  </a:lnTo>
                  <a:lnTo>
                    <a:pt x="100773" y="3617228"/>
                  </a:lnTo>
                  <a:lnTo>
                    <a:pt x="110505" y="3666616"/>
                  </a:lnTo>
                  <a:lnTo>
                    <a:pt x="120699" y="3715607"/>
                  </a:lnTo>
                  <a:lnTo>
                    <a:pt x="131359" y="3764191"/>
                  </a:lnTo>
                  <a:lnTo>
                    <a:pt x="142484" y="3812358"/>
                  </a:lnTo>
                  <a:lnTo>
                    <a:pt x="154078" y="3860099"/>
                  </a:lnTo>
                  <a:lnTo>
                    <a:pt x="166142" y="3907405"/>
                  </a:lnTo>
                  <a:lnTo>
                    <a:pt x="178678" y="3954267"/>
                  </a:lnTo>
                  <a:lnTo>
                    <a:pt x="191688" y="4000674"/>
                  </a:lnTo>
                  <a:lnTo>
                    <a:pt x="205173" y="4046617"/>
                  </a:lnTo>
                  <a:lnTo>
                    <a:pt x="219135" y="4092087"/>
                  </a:lnTo>
                  <a:lnTo>
                    <a:pt x="233577" y="4137074"/>
                  </a:lnTo>
                  <a:lnTo>
                    <a:pt x="248500" y="4181569"/>
                  </a:lnTo>
                  <a:lnTo>
                    <a:pt x="263906" y="4225562"/>
                  </a:lnTo>
                  <a:lnTo>
                    <a:pt x="279797" y="4269044"/>
                  </a:lnTo>
                  <a:lnTo>
                    <a:pt x="296174" y="4312006"/>
                  </a:lnTo>
                  <a:lnTo>
                    <a:pt x="313040" y="4354437"/>
                  </a:lnTo>
                  <a:lnTo>
                    <a:pt x="330396" y="4396329"/>
                  </a:lnTo>
                  <a:lnTo>
                    <a:pt x="348244" y="4437672"/>
                  </a:lnTo>
                  <a:lnTo>
                    <a:pt x="366586" y="4478457"/>
                  </a:lnTo>
                  <a:lnTo>
                    <a:pt x="385424" y="4518673"/>
                  </a:lnTo>
                  <a:lnTo>
                    <a:pt x="404760" y="4558312"/>
                  </a:lnTo>
                  <a:lnTo>
                    <a:pt x="424595" y="4597364"/>
                  </a:lnTo>
                  <a:lnTo>
                    <a:pt x="444931" y="4635820"/>
                  </a:lnTo>
                  <a:lnTo>
                    <a:pt x="465771" y="4673669"/>
                  </a:lnTo>
                  <a:lnTo>
                    <a:pt x="487116" y="4710904"/>
                  </a:lnTo>
                  <a:lnTo>
                    <a:pt x="508967" y="4747514"/>
                  </a:lnTo>
                  <a:lnTo>
                    <a:pt x="536124" y="4791004"/>
                  </a:lnTo>
                  <a:lnTo>
                    <a:pt x="564131" y="4833768"/>
                  </a:lnTo>
                  <a:lnTo>
                    <a:pt x="592973" y="4875801"/>
                  </a:lnTo>
                  <a:lnTo>
                    <a:pt x="622635" y="4917100"/>
                  </a:lnTo>
                  <a:lnTo>
                    <a:pt x="653102" y="4957663"/>
                  </a:lnTo>
                  <a:lnTo>
                    <a:pt x="684359" y="4997485"/>
                  </a:lnTo>
                  <a:lnTo>
                    <a:pt x="716392" y="5036565"/>
                  </a:lnTo>
                  <a:lnTo>
                    <a:pt x="749184" y="5074897"/>
                  </a:lnTo>
                  <a:lnTo>
                    <a:pt x="782722" y="5112480"/>
                  </a:lnTo>
                  <a:lnTo>
                    <a:pt x="816990" y="5149310"/>
                  </a:lnTo>
                  <a:lnTo>
                    <a:pt x="851973" y="5185383"/>
                  </a:lnTo>
                  <a:lnTo>
                    <a:pt x="887657" y="5220697"/>
                  </a:lnTo>
                  <a:lnTo>
                    <a:pt x="924026" y="5255248"/>
                  </a:lnTo>
                  <a:lnTo>
                    <a:pt x="961065" y="5289034"/>
                  </a:lnTo>
                  <a:lnTo>
                    <a:pt x="998760" y="5322050"/>
                  </a:lnTo>
                  <a:lnTo>
                    <a:pt x="1037096" y="5354293"/>
                  </a:lnTo>
                  <a:lnTo>
                    <a:pt x="1076057" y="5385761"/>
                  </a:lnTo>
                  <a:lnTo>
                    <a:pt x="1115629" y="5416450"/>
                  </a:lnTo>
                  <a:lnTo>
                    <a:pt x="1155797" y="5446356"/>
                  </a:lnTo>
                  <a:lnTo>
                    <a:pt x="1196545" y="5475478"/>
                  </a:lnTo>
                  <a:lnTo>
                    <a:pt x="1248996" y="5509133"/>
                  </a:lnTo>
                  <a:lnTo>
                    <a:pt x="1248996" y="0"/>
                  </a:lnTo>
                  <a:close/>
                </a:path>
              </a:pathLst>
            </a:custGeom>
            <a:solidFill>
              <a:srgbClr val="9F9D79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1627" y="113157"/>
            <a:ext cx="60369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Advantages</a:t>
            </a:r>
            <a:r>
              <a:rPr dirty="0" sz="3600" spc="-95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of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Streams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b="1">
                <a:latin typeface="Times New Roman"/>
                <a:cs typeface="Times New Roman"/>
              </a:rPr>
              <a:t>in</a:t>
            </a:r>
            <a:r>
              <a:rPr dirty="0" sz="3600" spc="-85" b="1">
                <a:latin typeface="Times New Roman"/>
                <a:cs typeface="Times New Roman"/>
              </a:rPr>
              <a:t> </a:t>
            </a:r>
            <a:r>
              <a:rPr dirty="0" sz="3600" spc="-20" b="1">
                <a:latin typeface="Times New Roman"/>
                <a:cs typeface="Times New Roman"/>
              </a:rPr>
              <a:t>Java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70126" y="861821"/>
            <a:ext cx="9540240" cy="5762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Efficient</a:t>
            </a:r>
            <a:r>
              <a:rPr dirty="0" sz="2400" spc="-7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Data</a:t>
            </a:r>
            <a:r>
              <a:rPr dirty="0" sz="2400" spc="-6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Transfer:</a:t>
            </a:r>
            <a:endParaRPr sz="2400">
              <a:latin typeface="Times New Roman"/>
              <a:cs typeface="Times New Roman"/>
            </a:endParaRPr>
          </a:p>
          <a:p>
            <a:pPr marL="241300" marR="391795">
              <a:lnSpc>
                <a:spcPts val="2590"/>
              </a:lnSpc>
              <a:spcBef>
                <a:spcPts val="185"/>
              </a:spcBef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Streams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allow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data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to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be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transferred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quickly</a:t>
            </a:r>
            <a:r>
              <a:rPr dirty="0" sz="2400" spc="-3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and</a:t>
            </a:r>
            <a:r>
              <a:rPr dirty="0" sz="2400" spc="-2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efficiently</a:t>
            </a:r>
            <a:r>
              <a:rPr dirty="0" sz="2400" spc="-5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between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the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source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(like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file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or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keyboard)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and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destination</a:t>
            </a:r>
            <a:r>
              <a:rPr dirty="0" sz="24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(like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file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or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screen).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35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Supports</a:t>
            </a:r>
            <a:r>
              <a:rPr dirty="0" sz="2400" spc="-5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Large</a:t>
            </a:r>
            <a:r>
              <a:rPr dirty="0" sz="2400" spc="-7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Data:</a:t>
            </a:r>
            <a:endParaRPr sz="2400">
              <a:latin typeface="Times New Roman"/>
              <a:cs typeface="Times New Roman"/>
            </a:endParaRPr>
          </a:p>
          <a:p>
            <a:pPr marL="241300" marR="60960">
              <a:lnSpc>
                <a:spcPts val="2590"/>
              </a:lnSpc>
              <a:spcBef>
                <a:spcPts val="185"/>
              </a:spcBef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Streams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can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handle</a:t>
            </a:r>
            <a:r>
              <a:rPr dirty="0" sz="24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large</a:t>
            </a:r>
            <a:r>
              <a:rPr dirty="0" sz="2400" spc="-5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amounts</a:t>
            </a:r>
            <a:r>
              <a:rPr dirty="0" sz="2400" spc="-2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of</a:t>
            </a:r>
            <a:r>
              <a:rPr dirty="0" sz="2400" spc="-3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data</a:t>
            </a:r>
            <a:r>
              <a:rPr dirty="0" sz="2400" spc="-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because</a:t>
            </a:r>
            <a:r>
              <a:rPr dirty="0" sz="2400" spc="-5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they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process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data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piece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by</a:t>
            </a:r>
            <a:r>
              <a:rPr dirty="0" sz="2400" spc="-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piece</a:t>
            </a:r>
            <a:r>
              <a:rPr dirty="0" sz="2400" spc="-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instead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of loading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the entire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data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into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memory.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35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Platform</a:t>
            </a:r>
            <a:r>
              <a:rPr dirty="0" sz="2400" spc="-4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Independent:</a:t>
            </a:r>
            <a:endParaRPr sz="2400">
              <a:latin typeface="Times New Roman"/>
              <a:cs typeface="Times New Roman"/>
            </a:endParaRPr>
          </a:p>
          <a:p>
            <a:pPr marL="241300" marR="1734185">
              <a:lnSpc>
                <a:spcPts val="2590"/>
              </a:lnSpc>
              <a:spcBef>
                <a:spcPts val="180"/>
              </a:spcBef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Java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streams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work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same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way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on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different</a:t>
            </a:r>
            <a:r>
              <a:rPr dirty="0" sz="2400" spc="-45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operating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systems</a:t>
            </a:r>
            <a:r>
              <a:rPr dirty="0" sz="2400" spc="-4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(Windows,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Linux,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Mac),</a:t>
            </a:r>
            <a:r>
              <a:rPr dirty="0" sz="24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making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programs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portable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735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Supports</a:t>
            </a:r>
            <a:r>
              <a:rPr dirty="0" sz="2400" spc="-114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Buffering:</a:t>
            </a:r>
            <a:endParaRPr sz="2400">
              <a:latin typeface="Times New Roman"/>
              <a:cs typeface="Times New Roman"/>
            </a:endParaRPr>
          </a:p>
          <a:p>
            <a:pPr marL="241300" marR="5080">
              <a:lnSpc>
                <a:spcPts val="2590"/>
              </a:lnSpc>
              <a:spcBef>
                <a:spcPts val="185"/>
              </a:spcBef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Streams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support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buffering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,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which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stores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data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temporarily</a:t>
            </a:r>
            <a:r>
              <a:rPr dirty="0" sz="24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in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memory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before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reading</a:t>
            </a:r>
            <a:r>
              <a:rPr dirty="0" sz="24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or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writing.</a:t>
            </a:r>
            <a:r>
              <a:rPr dirty="0" sz="2400" spc="-10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This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improves</a:t>
            </a:r>
            <a:r>
              <a:rPr dirty="0" sz="2400" spc="-4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performance</a:t>
            </a:r>
            <a:r>
              <a:rPr dirty="0" sz="2400" spc="-5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533D34"/>
                </a:solidFill>
                <a:latin typeface="Times New Roman"/>
                <a:cs typeface="Times New Roman"/>
              </a:rPr>
              <a:t>and</a:t>
            </a:r>
            <a:r>
              <a:rPr dirty="0" sz="2400" spc="-30" b="1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speed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304030" cy="6100445"/>
          </a:xfrm>
          <a:custGeom>
            <a:avLst/>
            <a:gdLst/>
            <a:ahLst/>
            <a:cxnLst/>
            <a:rect l="l" t="t" r="r" b="b"/>
            <a:pathLst>
              <a:path w="4304030" h="6100445">
                <a:moveTo>
                  <a:pt x="4228338" y="0"/>
                </a:moveTo>
                <a:lnTo>
                  <a:pt x="0" y="0"/>
                </a:lnTo>
                <a:lnTo>
                  <a:pt x="0" y="6100216"/>
                </a:lnTo>
                <a:lnTo>
                  <a:pt x="4751" y="6100292"/>
                </a:lnTo>
                <a:lnTo>
                  <a:pt x="60818" y="6097861"/>
                </a:lnTo>
                <a:lnTo>
                  <a:pt x="116643" y="6093124"/>
                </a:lnTo>
                <a:lnTo>
                  <a:pt x="172137" y="6086239"/>
                </a:lnTo>
                <a:lnTo>
                  <a:pt x="227212" y="6077361"/>
                </a:lnTo>
                <a:lnTo>
                  <a:pt x="281782" y="6066648"/>
                </a:lnTo>
                <a:lnTo>
                  <a:pt x="335759" y="6054256"/>
                </a:lnTo>
                <a:lnTo>
                  <a:pt x="389054" y="6040343"/>
                </a:lnTo>
                <a:lnTo>
                  <a:pt x="441580" y="6025065"/>
                </a:lnTo>
                <a:lnTo>
                  <a:pt x="493249" y="6008580"/>
                </a:lnTo>
                <a:lnTo>
                  <a:pt x="543973" y="5991043"/>
                </a:lnTo>
                <a:lnTo>
                  <a:pt x="593666" y="5972612"/>
                </a:lnTo>
                <a:lnTo>
                  <a:pt x="642238" y="5953443"/>
                </a:lnTo>
                <a:lnTo>
                  <a:pt x="689603" y="5933694"/>
                </a:lnTo>
                <a:lnTo>
                  <a:pt x="735673" y="5913521"/>
                </a:lnTo>
                <a:lnTo>
                  <a:pt x="780359" y="5893081"/>
                </a:lnTo>
                <a:lnTo>
                  <a:pt x="823575" y="5872532"/>
                </a:lnTo>
                <a:lnTo>
                  <a:pt x="865232" y="5852028"/>
                </a:lnTo>
                <a:lnTo>
                  <a:pt x="905242" y="5831729"/>
                </a:lnTo>
                <a:lnTo>
                  <a:pt x="943519" y="5811790"/>
                </a:lnTo>
                <a:lnTo>
                  <a:pt x="979974" y="5792368"/>
                </a:lnTo>
                <a:lnTo>
                  <a:pt x="1047068" y="5755703"/>
                </a:lnTo>
                <a:lnTo>
                  <a:pt x="1113139" y="5718700"/>
                </a:lnTo>
                <a:lnTo>
                  <a:pt x="1148788" y="5698154"/>
                </a:lnTo>
                <a:lnTo>
                  <a:pt x="1184474" y="5677140"/>
                </a:lnTo>
                <a:lnTo>
                  <a:pt x="1220191" y="5655663"/>
                </a:lnTo>
                <a:lnTo>
                  <a:pt x="1255935" y="5633726"/>
                </a:lnTo>
                <a:lnTo>
                  <a:pt x="1291700" y="5611334"/>
                </a:lnTo>
                <a:lnTo>
                  <a:pt x="1327482" y="5588491"/>
                </a:lnTo>
                <a:lnTo>
                  <a:pt x="1363277" y="5565202"/>
                </a:lnTo>
                <a:lnTo>
                  <a:pt x="1399078" y="5541470"/>
                </a:lnTo>
                <a:lnTo>
                  <a:pt x="1434881" y="5517301"/>
                </a:lnTo>
                <a:lnTo>
                  <a:pt x="1470682" y="5492699"/>
                </a:lnTo>
                <a:lnTo>
                  <a:pt x="1506475" y="5467667"/>
                </a:lnTo>
                <a:lnTo>
                  <a:pt x="1542256" y="5442211"/>
                </a:lnTo>
                <a:lnTo>
                  <a:pt x="1578019" y="5416334"/>
                </a:lnTo>
                <a:lnTo>
                  <a:pt x="1613760" y="5390041"/>
                </a:lnTo>
                <a:lnTo>
                  <a:pt x="1649474" y="5363336"/>
                </a:lnTo>
                <a:lnTo>
                  <a:pt x="1685156" y="5336224"/>
                </a:lnTo>
                <a:lnTo>
                  <a:pt x="1720801" y="5308708"/>
                </a:lnTo>
                <a:lnTo>
                  <a:pt x="1756404" y="5280794"/>
                </a:lnTo>
                <a:lnTo>
                  <a:pt x="1791960" y="5252485"/>
                </a:lnTo>
                <a:lnTo>
                  <a:pt x="1827465" y="5223785"/>
                </a:lnTo>
                <a:lnTo>
                  <a:pt x="1862913" y="5194700"/>
                </a:lnTo>
                <a:lnTo>
                  <a:pt x="1898300" y="5165234"/>
                </a:lnTo>
                <a:lnTo>
                  <a:pt x="1933620" y="5135390"/>
                </a:lnTo>
                <a:lnTo>
                  <a:pt x="1968870" y="5105173"/>
                </a:lnTo>
                <a:lnTo>
                  <a:pt x="2004043" y="5074587"/>
                </a:lnTo>
                <a:lnTo>
                  <a:pt x="2039135" y="5043637"/>
                </a:lnTo>
                <a:lnTo>
                  <a:pt x="2074142" y="5012327"/>
                </a:lnTo>
                <a:lnTo>
                  <a:pt x="2109058" y="4980662"/>
                </a:lnTo>
                <a:lnTo>
                  <a:pt x="2143878" y="4948645"/>
                </a:lnTo>
                <a:lnTo>
                  <a:pt x="2178598" y="4916281"/>
                </a:lnTo>
                <a:lnTo>
                  <a:pt x="2213213" y="4883575"/>
                </a:lnTo>
                <a:lnTo>
                  <a:pt x="2247717" y="4850530"/>
                </a:lnTo>
                <a:lnTo>
                  <a:pt x="2282106" y="4817151"/>
                </a:lnTo>
                <a:lnTo>
                  <a:pt x="2316375" y="4783442"/>
                </a:lnTo>
                <a:lnTo>
                  <a:pt x="2350519" y="4749408"/>
                </a:lnTo>
                <a:lnTo>
                  <a:pt x="2384533" y="4715053"/>
                </a:lnTo>
                <a:lnTo>
                  <a:pt x="2418413" y="4680381"/>
                </a:lnTo>
                <a:lnTo>
                  <a:pt x="2452152" y="4645397"/>
                </a:lnTo>
                <a:lnTo>
                  <a:pt x="2485748" y="4610104"/>
                </a:lnTo>
                <a:lnTo>
                  <a:pt x="2519194" y="4574508"/>
                </a:lnTo>
                <a:lnTo>
                  <a:pt x="2552486" y="4538612"/>
                </a:lnTo>
                <a:lnTo>
                  <a:pt x="2585619" y="4502421"/>
                </a:lnTo>
                <a:lnTo>
                  <a:pt x="2618587" y="4465939"/>
                </a:lnTo>
                <a:lnTo>
                  <a:pt x="2651387" y="4429171"/>
                </a:lnTo>
                <a:lnTo>
                  <a:pt x="2684013" y="4392120"/>
                </a:lnTo>
                <a:lnTo>
                  <a:pt x="2716460" y="4354792"/>
                </a:lnTo>
                <a:lnTo>
                  <a:pt x="2748724" y="4317190"/>
                </a:lnTo>
                <a:lnTo>
                  <a:pt x="2780799" y="4279319"/>
                </a:lnTo>
                <a:lnTo>
                  <a:pt x="2812680" y="4241183"/>
                </a:lnTo>
                <a:lnTo>
                  <a:pt x="2844364" y="4202786"/>
                </a:lnTo>
                <a:lnTo>
                  <a:pt x="2875844" y="4164133"/>
                </a:lnTo>
                <a:lnTo>
                  <a:pt x="2907117" y="4125228"/>
                </a:lnTo>
                <a:lnTo>
                  <a:pt x="2938176" y="4086075"/>
                </a:lnTo>
                <a:lnTo>
                  <a:pt x="2969018" y="4046680"/>
                </a:lnTo>
                <a:lnTo>
                  <a:pt x="2999636" y="4007045"/>
                </a:lnTo>
                <a:lnTo>
                  <a:pt x="3030028" y="3967175"/>
                </a:lnTo>
                <a:lnTo>
                  <a:pt x="3060187" y="3927075"/>
                </a:lnTo>
                <a:lnTo>
                  <a:pt x="3090108" y="3886750"/>
                </a:lnTo>
                <a:lnTo>
                  <a:pt x="3119787" y="3846202"/>
                </a:lnTo>
                <a:lnTo>
                  <a:pt x="3149219" y="3805437"/>
                </a:lnTo>
                <a:lnTo>
                  <a:pt x="3178399" y="3764459"/>
                </a:lnTo>
                <a:lnTo>
                  <a:pt x="3207322" y="3723272"/>
                </a:lnTo>
                <a:lnTo>
                  <a:pt x="3235984" y="3681881"/>
                </a:lnTo>
                <a:lnTo>
                  <a:pt x="3264378" y="3640290"/>
                </a:lnTo>
                <a:lnTo>
                  <a:pt x="3292501" y="3598503"/>
                </a:lnTo>
                <a:lnTo>
                  <a:pt x="3320348" y="3556525"/>
                </a:lnTo>
                <a:lnTo>
                  <a:pt x="3347913" y="3514359"/>
                </a:lnTo>
                <a:lnTo>
                  <a:pt x="3375192" y="3472011"/>
                </a:lnTo>
                <a:lnTo>
                  <a:pt x="3402180" y="3429484"/>
                </a:lnTo>
                <a:lnTo>
                  <a:pt x="3428871" y="3386783"/>
                </a:lnTo>
                <a:lnTo>
                  <a:pt x="3455262" y="3343912"/>
                </a:lnTo>
                <a:lnTo>
                  <a:pt x="3481347" y="3300876"/>
                </a:lnTo>
                <a:lnTo>
                  <a:pt x="3507122" y="3257678"/>
                </a:lnTo>
                <a:lnTo>
                  <a:pt x="3532580" y="3214323"/>
                </a:lnTo>
                <a:lnTo>
                  <a:pt x="3557719" y="3170816"/>
                </a:lnTo>
                <a:lnTo>
                  <a:pt x="3582532" y="3127161"/>
                </a:lnTo>
                <a:lnTo>
                  <a:pt x="3607014" y="3083362"/>
                </a:lnTo>
                <a:lnTo>
                  <a:pt x="3631162" y="3039423"/>
                </a:lnTo>
                <a:lnTo>
                  <a:pt x="3654969" y="2995349"/>
                </a:lnTo>
                <a:lnTo>
                  <a:pt x="3678432" y="2951144"/>
                </a:lnTo>
                <a:lnTo>
                  <a:pt x="3701545" y="2906812"/>
                </a:lnTo>
                <a:lnTo>
                  <a:pt x="3724303" y="2862359"/>
                </a:lnTo>
                <a:lnTo>
                  <a:pt x="3746702" y="2817787"/>
                </a:lnTo>
                <a:lnTo>
                  <a:pt x="3768736" y="2773101"/>
                </a:lnTo>
                <a:lnTo>
                  <a:pt x="3790400" y="2728306"/>
                </a:lnTo>
                <a:lnTo>
                  <a:pt x="3811691" y="2683406"/>
                </a:lnTo>
                <a:lnTo>
                  <a:pt x="3832602" y="2638405"/>
                </a:lnTo>
                <a:lnTo>
                  <a:pt x="3853130" y="2593308"/>
                </a:lnTo>
                <a:lnTo>
                  <a:pt x="3873268" y="2548119"/>
                </a:lnTo>
                <a:lnTo>
                  <a:pt x="3893013" y="2502842"/>
                </a:lnTo>
                <a:lnTo>
                  <a:pt x="3912358" y="2457482"/>
                </a:lnTo>
                <a:lnTo>
                  <a:pt x="3931301" y="2412043"/>
                </a:lnTo>
                <a:lnTo>
                  <a:pt x="3949835" y="2366529"/>
                </a:lnTo>
                <a:lnTo>
                  <a:pt x="3967955" y="2320944"/>
                </a:lnTo>
                <a:lnTo>
                  <a:pt x="3985658" y="2275293"/>
                </a:lnTo>
                <a:lnTo>
                  <a:pt x="4002937" y="2229581"/>
                </a:lnTo>
                <a:lnTo>
                  <a:pt x="4019788" y="2183811"/>
                </a:lnTo>
                <a:lnTo>
                  <a:pt x="4036206" y="2137987"/>
                </a:lnTo>
                <a:lnTo>
                  <a:pt x="4052187" y="2092115"/>
                </a:lnTo>
                <a:lnTo>
                  <a:pt x="4067724" y="2046199"/>
                </a:lnTo>
                <a:lnTo>
                  <a:pt x="4082815" y="2000242"/>
                </a:lnTo>
                <a:lnTo>
                  <a:pt x="4097452" y="1954249"/>
                </a:lnTo>
                <a:lnTo>
                  <a:pt x="4111633" y="1908225"/>
                </a:lnTo>
                <a:lnTo>
                  <a:pt x="4125351" y="1862174"/>
                </a:lnTo>
                <a:lnTo>
                  <a:pt x="4138602" y="1816099"/>
                </a:lnTo>
                <a:lnTo>
                  <a:pt x="4151381" y="1770006"/>
                </a:lnTo>
                <a:lnTo>
                  <a:pt x="4163683" y="1723899"/>
                </a:lnTo>
                <a:lnTo>
                  <a:pt x="4175503" y="1677782"/>
                </a:lnTo>
                <a:lnTo>
                  <a:pt x="4186837" y="1631659"/>
                </a:lnTo>
                <a:lnTo>
                  <a:pt x="4197679" y="1585535"/>
                </a:lnTo>
                <a:lnTo>
                  <a:pt x="4208025" y="1539413"/>
                </a:lnTo>
                <a:lnTo>
                  <a:pt x="4217869" y="1493300"/>
                </a:lnTo>
                <a:lnTo>
                  <a:pt x="4227207" y="1447197"/>
                </a:lnTo>
                <a:lnTo>
                  <a:pt x="4236034" y="1401111"/>
                </a:lnTo>
                <a:lnTo>
                  <a:pt x="4244345" y="1355045"/>
                </a:lnTo>
                <a:lnTo>
                  <a:pt x="4252135" y="1309004"/>
                </a:lnTo>
                <a:lnTo>
                  <a:pt x="4259399" y="1262991"/>
                </a:lnTo>
                <a:lnTo>
                  <a:pt x="4266133" y="1217012"/>
                </a:lnTo>
                <a:lnTo>
                  <a:pt x="4272331" y="1171071"/>
                </a:lnTo>
                <a:lnTo>
                  <a:pt x="4277988" y="1125171"/>
                </a:lnTo>
                <a:lnTo>
                  <a:pt x="4283100" y="1079318"/>
                </a:lnTo>
                <a:lnTo>
                  <a:pt x="4287662" y="1033515"/>
                </a:lnTo>
                <a:lnTo>
                  <a:pt x="4291669" y="987767"/>
                </a:lnTo>
                <a:lnTo>
                  <a:pt x="4295116" y="942078"/>
                </a:lnTo>
                <a:lnTo>
                  <a:pt x="4297998" y="896453"/>
                </a:lnTo>
                <a:lnTo>
                  <a:pt x="4300310" y="850895"/>
                </a:lnTo>
                <a:lnTo>
                  <a:pt x="4302048" y="805410"/>
                </a:lnTo>
                <a:lnTo>
                  <a:pt x="4303206" y="760001"/>
                </a:lnTo>
                <a:lnTo>
                  <a:pt x="4303779" y="714673"/>
                </a:lnTo>
                <a:lnTo>
                  <a:pt x="4303763" y="669430"/>
                </a:lnTo>
                <a:lnTo>
                  <a:pt x="4303153" y="624276"/>
                </a:lnTo>
                <a:lnTo>
                  <a:pt x="4301944" y="579216"/>
                </a:lnTo>
                <a:lnTo>
                  <a:pt x="4300131" y="534255"/>
                </a:lnTo>
                <a:lnTo>
                  <a:pt x="4297709" y="489395"/>
                </a:lnTo>
                <a:lnTo>
                  <a:pt x="4294673" y="444643"/>
                </a:lnTo>
                <a:lnTo>
                  <a:pt x="4291018" y="400001"/>
                </a:lnTo>
                <a:lnTo>
                  <a:pt x="4286740" y="355475"/>
                </a:lnTo>
                <a:lnTo>
                  <a:pt x="4281834" y="311068"/>
                </a:lnTo>
                <a:lnTo>
                  <a:pt x="4276294" y="266786"/>
                </a:lnTo>
                <a:lnTo>
                  <a:pt x="4270116" y="222631"/>
                </a:lnTo>
                <a:lnTo>
                  <a:pt x="4263294" y="178610"/>
                </a:lnTo>
                <a:lnTo>
                  <a:pt x="4255825" y="134725"/>
                </a:lnTo>
                <a:lnTo>
                  <a:pt x="4247703" y="90982"/>
                </a:lnTo>
                <a:lnTo>
                  <a:pt x="4238923" y="47384"/>
                </a:lnTo>
                <a:lnTo>
                  <a:pt x="4229481" y="3936"/>
                </a:lnTo>
                <a:lnTo>
                  <a:pt x="4228338" y="0"/>
                </a:lnTo>
                <a:close/>
              </a:path>
            </a:pathLst>
          </a:custGeom>
          <a:solidFill>
            <a:srgbClr val="9F9D79">
              <a:alpha val="2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417897" y="3848097"/>
            <a:ext cx="4326890" cy="3009900"/>
          </a:xfrm>
          <a:custGeom>
            <a:avLst/>
            <a:gdLst/>
            <a:ahLst/>
            <a:cxnLst/>
            <a:rect l="l" t="t" r="r" b="b"/>
            <a:pathLst>
              <a:path w="4326890" h="3009900">
                <a:moveTo>
                  <a:pt x="2430819" y="2806699"/>
                </a:moveTo>
                <a:lnTo>
                  <a:pt x="2173835" y="2806699"/>
                </a:lnTo>
                <a:lnTo>
                  <a:pt x="2219706" y="2819399"/>
                </a:lnTo>
                <a:lnTo>
                  <a:pt x="2264406" y="2819399"/>
                </a:lnTo>
                <a:lnTo>
                  <a:pt x="2350117" y="2844799"/>
                </a:lnTo>
                <a:lnTo>
                  <a:pt x="2391038" y="2870199"/>
                </a:lnTo>
                <a:lnTo>
                  <a:pt x="2430613" y="2895599"/>
                </a:lnTo>
                <a:lnTo>
                  <a:pt x="2468795" y="2920999"/>
                </a:lnTo>
                <a:lnTo>
                  <a:pt x="2505542" y="2946399"/>
                </a:lnTo>
                <a:lnTo>
                  <a:pt x="2540809" y="2984499"/>
                </a:lnTo>
                <a:lnTo>
                  <a:pt x="2571106" y="3009899"/>
                </a:lnTo>
                <a:lnTo>
                  <a:pt x="2757749" y="3009899"/>
                </a:lnTo>
                <a:lnTo>
                  <a:pt x="2746803" y="2959099"/>
                </a:lnTo>
                <a:lnTo>
                  <a:pt x="2739723" y="2908299"/>
                </a:lnTo>
                <a:lnTo>
                  <a:pt x="2738404" y="2895599"/>
                </a:lnTo>
                <a:lnTo>
                  <a:pt x="2530268" y="2895599"/>
                </a:lnTo>
                <a:lnTo>
                  <a:pt x="2488460" y="2857499"/>
                </a:lnTo>
                <a:lnTo>
                  <a:pt x="2449209" y="2819399"/>
                </a:lnTo>
                <a:lnTo>
                  <a:pt x="2430819" y="2806699"/>
                </a:lnTo>
                <a:close/>
              </a:path>
              <a:path w="4326890" h="3009900">
                <a:moveTo>
                  <a:pt x="2368851" y="1904999"/>
                </a:moveTo>
                <a:lnTo>
                  <a:pt x="2366367" y="1930399"/>
                </a:lnTo>
                <a:lnTo>
                  <a:pt x="2363358" y="1955799"/>
                </a:lnTo>
                <a:lnTo>
                  <a:pt x="2362207" y="1968499"/>
                </a:lnTo>
                <a:lnTo>
                  <a:pt x="2365295" y="1981199"/>
                </a:lnTo>
                <a:lnTo>
                  <a:pt x="2385254" y="2031999"/>
                </a:lnTo>
                <a:lnTo>
                  <a:pt x="2402423" y="2082799"/>
                </a:lnTo>
                <a:lnTo>
                  <a:pt x="2417102" y="2133599"/>
                </a:lnTo>
                <a:lnTo>
                  <a:pt x="2429588" y="2184399"/>
                </a:lnTo>
                <a:lnTo>
                  <a:pt x="2440183" y="2235199"/>
                </a:lnTo>
                <a:lnTo>
                  <a:pt x="2449183" y="2285999"/>
                </a:lnTo>
                <a:lnTo>
                  <a:pt x="2456889" y="2336799"/>
                </a:lnTo>
                <a:lnTo>
                  <a:pt x="2463599" y="2387599"/>
                </a:lnTo>
                <a:lnTo>
                  <a:pt x="2469612" y="2438399"/>
                </a:lnTo>
                <a:lnTo>
                  <a:pt x="2475227" y="2476499"/>
                </a:lnTo>
                <a:lnTo>
                  <a:pt x="2480744" y="2527299"/>
                </a:lnTo>
                <a:lnTo>
                  <a:pt x="2486460" y="2578099"/>
                </a:lnTo>
                <a:lnTo>
                  <a:pt x="2492676" y="2628899"/>
                </a:lnTo>
                <a:lnTo>
                  <a:pt x="2499268" y="2679699"/>
                </a:lnTo>
                <a:lnTo>
                  <a:pt x="2506366" y="2730499"/>
                </a:lnTo>
                <a:lnTo>
                  <a:pt x="2513927" y="2781299"/>
                </a:lnTo>
                <a:lnTo>
                  <a:pt x="2521908" y="2832099"/>
                </a:lnTo>
                <a:lnTo>
                  <a:pt x="2530268" y="2895599"/>
                </a:lnTo>
                <a:lnTo>
                  <a:pt x="2738404" y="2895599"/>
                </a:lnTo>
                <a:lnTo>
                  <a:pt x="2734446" y="2857499"/>
                </a:lnTo>
                <a:lnTo>
                  <a:pt x="2731103" y="2806699"/>
                </a:lnTo>
                <a:lnTo>
                  <a:pt x="2729823" y="2768599"/>
                </a:lnTo>
                <a:lnTo>
                  <a:pt x="2730737" y="2717799"/>
                </a:lnTo>
                <a:lnTo>
                  <a:pt x="2733976" y="2666999"/>
                </a:lnTo>
                <a:lnTo>
                  <a:pt x="2736859" y="2616199"/>
                </a:lnTo>
                <a:lnTo>
                  <a:pt x="2736747" y="2603499"/>
                </a:lnTo>
                <a:lnTo>
                  <a:pt x="2736635" y="2590799"/>
                </a:lnTo>
                <a:lnTo>
                  <a:pt x="2736523" y="2578099"/>
                </a:lnTo>
                <a:lnTo>
                  <a:pt x="2732764" y="2514599"/>
                </a:lnTo>
                <a:lnTo>
                  <a:pt x="2726055" y="2463799"/>
                </a:lnTo>
                <a:lnTo>
                  <a:pt x="2716419" y="2412999"/>
                </a:lnTo>
                <a:lnTo>
                  <a:pt x="2703990" y="2374899"/>
                </a:lnTo>
                <a:lnTo>
                  <a:pt x="2688904" y="2324099"/>
                </a:lnTo>
                <a:lnTo>
                  <a:pt x="2671295" y="2285999"/>
                </a:lnTo>
                <a:lnTo>
                  <a:pt x="2651298" y="2247899"/>
                </a:lnTo>
                <a:lnTo>
                  <a:pt x="2629048" y="2197099"/>
                </a:lnTo>
                <a:lnTo>
                  <a:pt x="2604680" y="2158999"/>
                </a:lnTo>
                <a:lnTo>
                  <a:pt x="2578330" y="2120899"/>
                </a:lnTo>
                <a:lnTo>
                  <a:pt x="2550131" y="2082799"/>
                </a:lnTo>
                <a:lnTo>
                  <a:pt x="2520220" y="2044699"/>
                </a:lnTo>
                <a:lnTo>
                  <a:pt x="2488730" y="2006599"/>
                </a:lnTo>
                <a:lnTo>
                  <a:pt x="2455797" y="1968499"/>
                </a:lnTo>
                <a:lnTo>
                  <a:pt x="2421556" y="1930399"/>
                </a:lnTo>
                <a:lnTo>
                  <a:pt x="2401919" y="1930399"/>
                </a:lnTo>
                <a:lnTo>
                  <a:pt x="2387248" y="1917699"/>
                </a:lnTo>
                <a:lnTo>
                  <a:pt x="2368851" y="1904999"/>
                </a:lnTo>
                <a:close/>
              </a:path>
              <a:path w="4326890" h="3009900">
                <a:moveTo>
                  <a:pt x="1247822" y="2590799"/>
                </a:moveTo>
                <a:lnTo>
                  <a:pt x="1202066" y="2590799"/>
                </a:lnTo>
                <a:lnTo>
                  <a:pt x="1176575" y="2603499"/>
                </a:lnTo>
                <a:lnTo>
                  <a:pt x="1201253" y="2628899"/>
                </a:lnTo>
                <a:lnTo>
                  <a:pt x="1221692" y="2641599"/>
                </a:lnTo>
                <a:lnTo>
                  <a:pt x="1240083" y="2666999"/>
                </a:lnTo>
                <a:lnTo>
                  <a:pt x="1258617" y="2679699"/>
                </a:lnTo>
                <a:lnTo>
                  <a:pt x="1302635" y="2705099"/>
                </a:lnTo>
                <a:lnTo>
                  <a:pt x="1346896" y="2717799"/>
                </a:lnTo>
                <a:lnTo>
                  <a:pt x="1435937" y="2768599"/>
                </a:lnTo>
                <a:lnTo>
                  <a:pt x="1525317" y="2806699"/>
                </a:lnTo>
                <a:lnTo>
                  <a:pt x="1574824" y="2832099"/>
                </a:lnTo>
                <a:lnTo>
                  <a:pt x="1625252" y="2844799"/>
                </a:lnTo>
                <a:lnTo>
                  <a:pt x="1830879" y="2844799"/>
                </a:lnTo>
                <a:lnTo>
                  <a:pt x="1880776" y="2832099"/>
                </a:lnTo>
                <a:lnTo>
                  <a:pt x="1980237" y="2832099"/>
                </a:lnTo>
                <a:lnTo>
                  <a:pt x="2029634" y="2819399"/>
                </a:lnTo>
                <a:lnTo>
                  <a:pt x="2078755" y="2819399"/>
                </a:lnTo>
                <a:lnTo>
                  <a:pt x="2126836" y="2806699"/>
                </a:lnTo>
                <a:lnTo>
                  <a:pt x="2430819" y="2806699"/>
                </a:lnTo>
                <a:lnTo>
                  <a:pt x="2412428" y="2793999"/>
                </a:lnTo>
                <a:lnTo>
                  <a:pt x="2378028" y="2755899"/>
                </a:lnTo>
                <a:lnTo>
                  <a:pt x="2345921" y="2730499"/>
                </a:lnTo>
                <a:lnTo>
                  <a:pt x="2316019" y="2692399"/>
                </a:lnTo>
                <a:lnTo>
                  <a:pt x="2310080" y="2679699"/>
                </a:lnTo>
                <a:lnTo>
                  <a:pt x="2187114" y="2679699"/>
                </a:lnTo>
                <a:lnTo>
                  <a:pt x="2140375" y="2654299"/>
                </a:lnTo>
                <a:lnTo>
                  <a:pt x="2093274" y="2641599"/>
                </a:lnTo>
                <a:lnTo>
                  <a:pt x="2045864" y="2641599"/>
                </a:lnTo>
                <a:lnTo>
                  <a:pt x="1998199" y="2628899"/>
                </a:lnTo>
                <a:lnTo>
                  <a:pt x="1614043" y="2628899"/>
                </a:lnTo>
                <a:lnTo>
                  <a:pt x="1566465" y="2616199"/>
                </a:lnTo>
                <a:lnTo>
                  <a:pt x="1513467" y="2616199"/>
                </a:lnTo>
                <a:lnTo>
                  <a:pt x="1460401" y="2603499"/>
                </a:lnTo>
                <a:lnTo>
                  <a:pt x="1354140" y="2603499"/>
                </a:lnTo>
                <a:lnTo>
                  <a:pt x="1247822" y="2590799"/>
                </a:lnTo>
                <a:close/>
              </a:path>
              <a:path w="4326890" h="3009900">
                <a:moveTo>
                  <a:pt x="845105" y="1993899"/>
                </a:moveTo>
                <a:lnTo>
                  <a:pt x="851572" y="2031999"/>
                </a:lnTo>
                <a:lnTo>
                  <a:pt x="865314" y="2070099"/>
                </a:lnTo>
                <a:lnTo>
                  <a:pt x="884985" y="2095499"/>
                </a:lnTo>
                <a:lnTo>
                  <a:pt x="909240" y="2108199"/>
                </a:lnTo>
                <a:lnTo>
                  <a:pt x="1331017" y="2336799"/>
                </a:lnTo>
                <a:lnTo>
                  <a:pt x="1379775" y="2349499"/>
                </a:lnTo>
                <a:lnTo>
                  <a:pt x="1424668" y="2362199"/>
                </a:lnTo>
                <a:lnTo>
                  <a:pt x="1518246" y="2387599"/>
                </a:lnTo>
                <a:lnTo>
                  <a:pt x="1566290" y="2387599"/>
                </a:lnTo>
                <a:lnTo>
                  <a:pt x="1614746" y="2400299"/>
                </a:lnTo>
                <a:lnTo>
                  <a:pt x="1663293" y="2400299"/>
                </a:lnTo>
                <a:lnTo>
                  <a:pt x="1759378" y="2425699"/>
                </a:lnTo>
                <a:lnTo>
                  <a:pt x="1810222" y="2425699"/>
                </a:lnTo>
                <a:lnTo>
                  <a:pt x="1859763" y="2451099"/>
                </a:lnTo>
                <a:lnTo>
                  <a:pt x="1954198" y="2476499"/>
                </a:lnTo>
                <a:lnTo>
                  <a:pt x="1998725" y="2501899"/>
                </a:lnTo>
                <a:lnTo>
                  <a:pt x="2041214" y="2527299"/>
                </a:lnTo>
                <a:lnTo>
                  <a:pt x="2081481" y="2565399"/>
                </a:lnTo>
                <a:lnTo>
                  <a:pt x="2119343" y="2590799"/>
                </a:lnTo>
                <a:lnTo>
                  <a:pt x="2154615" y="2628899"/>
                </a:lnTo>
                <a:lnTo>
                  <a:pt x="2187114" y="2679699"/>
                </a:lnTo>
                <a:lnTo>
                  <a:pt x="2310080" y="2679699"/>
                </a:lnTo>
                <a:lnTo>
                  <a:pt x="2297287" y="2641599"/>
                </a:lnTo>
                <a:lnTo>
                  <a:pt x="2290746" y="2590799"/>
                </a:lnTo>
                <a:lnTo>
                  <a:pt x="2290123" y="2565399"/>
                </a:lnTo>
                <a:lnTo>
                  <a:pt x="2291857" y="2539999"/>
                </a:lnTo>
                <a:lnTo>
                  <a:pt x="2295354" y="2527299"/>
                </a:lnTo>
                <a:lnTo>
                  <a:pt x="2300017" y="2501899"/>
                </a:lnTo>
                <a:lnTo>
                  <a:pt x="2303996" y="2489199"/>
                </a:lnTo>
                <a:lnTo>
                  <a:pt x="2098722" y="2489199"/>
                </a:lnTo>
                <a:lnTo>
                  <a:pt x="1792144" y="2184399"/>
                </a:lnTo>
                <a:lnTo>
                  <a:pt x="1799775" y="2171699"/>
                </a:lnTo>
                <a:lnTo>
                  <a:pt x="1685083" y="2171699"/>
                </a:lnTo>
                <a:lnTo>
                  <a:pt x="1498695" y="2120899"/>
                </a:lnTo>
                <a:lnTo>
                  <a:pt x="1451643" y="2120899"/>
                </a:lnTo>
                <a:lnTo>
                  <a:pt x="1404488" y="2108199"/>
                </a:lnTo>
                <a:lnTo>
                  <a:pt x="1357271" y="2108199"/>
                </a:lnTo>
                <a:lnTo>
                  <a:pt x="1310031" y="2095499"/>
                </a:lnTo>
                <a:lnTo>
                  <a:pt x="1215641" y="2095499"/>
                </a:lnTo>
                <a:lnTo>
                  <a:pt x="1168571" y="2082799"/>
                </a:lnTo>
                <a:lnTo>
                  <a:pt x="1121636" y="2082799"/>
                </a:lnTo>
                <a:lnTo>
                  <a:pt x="890390" y="2019299"/>
                </a:lnTo>
                <a:lnTo>
                  <a:pt x="845105" y="1993899"/>
                </a:lnTo>
                <a:close/>
              </a:path>
              <a:path w="4326890" h="3009900">
                <a:moveTo>
                  <a:pt x="2054653" y="1625599"/>
                </a:moveTo>
                <a:lnTo>
                  <a:pt x="2049000" y="1650999"/>
                </a:lnTo>
                <a:lnTo>
                  <a:pt x="2043429" y="1663699"/>
                </a:lnTo>
                <a:lnTo>
                  <a:pt x="2040169" y="1689099"/>
                </a:lnTo>
                <a:lnTo>
                  <a:pt x="2041445" y="1701799"/>
                </a:lnTo>
                <a:lnTo>
                  <a:pt x="2055045" y="1752599"/>
                </a:lnTo>
                <a:lnTo>
                  <a:pt x="2065778" y="1790699"/>
                </a:lnTo>
                <a:lnTo>
                  <a:pt x="2073949" y="1841499"/>
                </a:lnTo>
                <a:lnTo>
                  <a:pt x="2079865" y="1892299"/>
                </a:lnTo>
                <a:lnTo>
                  <a:pt x="2083832" y="1943099"/>
                </a:lnTo>
                <a:lnTo>
                  <a:pt x="2086157" y="1993899"/>
                </a:lnTo>
                <a:lnTo>
                  <a:pt x="2087145" y="2044699"/>
                </a:lnTo>
                <a:lnTo>
                  <a:pt x="2087104" y="2082799"/>
                </a:lnTo>
                <a:lnTo>
                  <a:pt x="2086339" y="2133599"/>
                </a:lnTo>
                <a:lnTo>
                  <a:pt x="2085157" y="2184399"/>
                </a:lnTo>
                <a:lnTo>
                  <a:pt x="2083863" y="2235199"/>
                </a:lnTo>
                <a:lnTo>
                  <a:pt x="2083953" y="2260599"/>
                </a:lnTo>
                <a:lnTo>
                  <a:pt x="2084043" y="2285999"/>
                </a:lnTo>
                <a:lnTo>
                  <a:pt x="2086369" y="2324099"/>
                </a:lnTo>
                <a:lnTo>
                  <a:pt x="2090090" y="2374899"/>
                </a:lnTo>
                <a:lnTo>
                  <a:pt x="2094458" y="2425699"/>
                </a:lnTo>
                <a:lnTo>
                  <a:pt x="2098722" y="2489199"/>
                </a:lnTo>
                <a:lnTo>
                  <a:pt x="2303996" y="2489199"/>
                </a:lnTo>
                <a:lnTo>
                  <a:pt x="2311954" y="2463799"/>
                </a:lnTo>
                <a:lnTo>
                  <a:pt x="2320552" y="2412999"/>
                </a:lnTo>
                <a:lnTo>
                  <a:pt x="2325986" y="2362199"/>
                </a:lnTo>
                <a:lnTo>
                  <a:pt x="2328434" y="2311399"/>
                </a:lnTo>
                <a:lnTo>
                  <a:pt x="2328070" y="2260599"/>
                </a:lnTo>
                <a:lnTo>
                  <a:pt x="2325072" y="2222499"/>
                </a:lnTo>
                <a:lnTo>
                  <a:pt x="2319615" y="2171699"/>
                </a:lnTo>
                <a:lnTo>
                  <a:pt x="2311875" y="2120899"/>
                </a:lnTo>
                <a:lnTo>
                  <a:pt x="2302029" y="2082799"/>
                </a:lnTo>
                <a:lnTo>
                  <a:pt x="2290252" y="2031999"/>
                </a:lnTo>
                <a:lnTo>
                  <a:pt x="2276721" y="1993899"/>
                </a:lnTo>
                <a:lnTo>
                  <a:pt x="2261612" y="1943099"/>
                </a:lnTo>
                <a:lnTo>
                  <a:pt x="2245101" y="1892299"/>
                </a:lnTo>
                <a:lnTo>
                  <a:pt x="2227364" y="1854199"/>
                </a:lnTo>
                <a:lnTo>
                  <a:pt x="2208577" y="1803399"/>
                </a:lnTo>
                <a:lnTo>
                  <a:pt x="2188729" y="1765299"/>
                </a:lnTo>
                <a:lnTo>
                  <a:pt x="2164820" y="1727199"/>
                </a:lnTo>
                <a:lnTo>
                  <a:pt x="2135443" y="1689099"/>
                </a:lnTo>
                <a:lnTo>
                  <a:pt x="2099191" y="1650999"/>
                </a:lnTo>
                <a:lnTo>
                  <a:pt x="2054653" y="1625599"/>
                </a:lnTo>
                <a:close/>
              </a:path>
              <a:path w="4326890" h="3009900">
                <a:moveTo>
                  <a:pt x="570023" y="1549399"/>
                </a:moveTo>
                <a:lnTo>
                  <a:pt x="586976" y="1600199"/>
                </a:lnTo>
                <a:lnTo>
                  <a:pt x="610393" y="1625599"/>
                </a:lnTo>
                <a:lnTo>
                  <a:pt x="637121" y="1650999"/>
                </a:lnTo>
                <a:lnTo>
                  <a:pt x="664003" y="1650999"/>
                </a:lnTo>
                <a:lnTo>
                  <a:pt x="758261" y="1701799"/>
                </a:lnTo>
                <a:lnTo>
                  <a:pt x="805758" y="1714499"/>
                </a:lnTo>
                <a:lnTo>
                  <a:pt x="853567" y="1739899"/>
                </a:lnTo>
                <a:lnTo>
                  <a:pt x="901737" y="1752599"/>
                </a:lnTo>
                <a:lnTo>
                  <a:pt x="950316" y="1777999"/>
                </a:lnTo>
                <a:lnTo>
                  <a:pt x="1099007" y="1816099"/>
                </a:lnTo>
                <a:lnTo>
                  <a:pt x="1149718" y="1816099"/>
                </a:lnTo>
                <a:lnTo>
                  <a:pt x="1201086" y="1828799"/>
                </a:lnTo>
                <a:lnTo>
                  <a:pt x="1242694" y="1828799"/>
                </a:lnTo>
                <a:lnTo>
                  <a:pt x="1328472" y="1854199"/>
                </a:lnTo>
                <a:lnTo>
                  <a:pt x="1414500" y="1904999"/>
                </a:lnTo>
                <a:lnTo>
                  <a:pt x="1456420" y="1930399"/>
                </a:lnTo>
                <a:lnTo>
                  <a:pt x="1496977" y="1955799"/>
                </a:lnTo>
                <a:lnTo>
                  <a:pt x="1535695" y="1993899"/>
                </a:lnTo>
                <a:lnTo>
                  <a:pt x="1572100" y="2019299"/>
                </a:lnTo>
                <a:lnTo>
                  <a:pt x="1605717" y="2057399"/>
                </a:lnTo>
                <a:lnTo>
                  <a:pt x="1636069" y="2095499"/>
                </a:lnTo>
                <a:lnTo>
                  <a:pt x="1662683" y="2133599"/>
                </a:lnTo>
                <a:lnTo>
                  <a:pt x="1685083" y="2171699"/>
                </a:lnTo>
                <a:lnTo>
                  <a:pt x="1799775" y="2171699"/>
                </a:lnTo>
                <a:lnTo>
                  <a:pt x="1822666" y="2133599"/>
                </a:lnTo>
                <a:lnTo>
                  <a:pt x="1849255" y="2095499"/>
                </a:lnTo>
                <a:lnTo>
                  <a:pt x="1871928" y="2057399"/>
                </a:lnTo>
                <a:lnTo>
                  <a:pt x="1890704" y="2006599"/>
                </a:lnTo>
                <a:lnTo>
                  <a:pt x="1905598" y="1968499"/>
                </a:lnTo>
                <a:lnTo>
                  <a:pt x="1609518" y="1968499"/>
                </a:lnTo>
                <a:lnTo>
                  <a:pt x="1310929" y="1612899"/>
                </a:lnTo>
                <a:lnTo>
                  <a:pt x="1211246" y="1612899"/>
                </a:lnTo>
                <a:lnTo>
                  <a:pt x="1155695" y="1600199"/>
                </a:lnTo>
                <a:lnTo>
                  <a:pt x="1100723" y="1600199"/>
                </a:lnTo>
                <a:lnTo>
                  <a:pt x="1046210" y="1587499"/>
                </a:lnTo>
                <a:lnTo>
                  <a:pt x="992035" y="1587499"/>
                </a:lnTo>
                <a:lnTo>
                  <a:pt x="938079" y="1574799"/>
                </a:lnTo>
                <a:lnTo>
                  <a:pt x="730742" y="1574799"/>
                </a:lnTo>
                <a:lnTo>
                  <a:pt x="678293" y="1562099"/>
                </a:lnTo>
                <a:lnTo>
                  <a:pt x="624800" y="1562099"/>
                </a:lnTo>
                <a:lnTo>
                  <a:pt x="570023" y="1549399"/>
                </a:lnTo>
                <a:close/>
              </a:path>
              <a:path w="4326890" h="3009900">
                <a:moveTo>
                  <a:pt x="1668954" y="1295399"/>
                </a:moveTo>
                <a:lnTo>
                  <a:pt x="1666658" y="1320799"/>
                </a:lnTo>
                <a:lnTo>
                  <a:pt x="1663922" y="1346199"/>
                </a:lnTo>
                <a:lnTo>
                  <a:pt x="1663257" y="1358899"/>
                </a:lnTo>
                <a:lnTo>
                  <a:pt x="1667176" y="1371599"/>
                </a:lnTo>
                <a:lnTo>
                  <a:pt x="1685752" y="1422399"/>
                </a:lnTo>
                <a:lnTo>
                  <a:pt x="1691100" y="1473199"/>
                </a:lnTo>
                <a:lnTo>
                  <a:pt x="1687375" y="1523999"/>
                </a:lnTo>
                <a:lnTo>
                  <a:pt x="1678733" y="1562099"/>
                </a:lnTo>
                <a:lnTo>
                  <a:pt x="1669774" y="1612899"/>
                </a:lnTo>
                <a:lnTo>
                  <a:pt x="1661185" y="1663699"/>
                </a:lnTo>
                <a:lnTo>
                  <a:pt x="1652826" y="1714499"/>
                </a:lnTo>
                <a:lnTo>
                  <a:pt x="1644554" y="1765299"/>
                </a:lnTo>
                <a:lnTo>
                  <a:pt x="1636229" y="1803399"/>
                </a:lnTo>
                <a:lnTo>
                  <a:pt x="1627709" y="1866899"/>
                </a:lnTo>
                <a:lnTo>
                  <a:pt x="1618852" y="1917699"/>
                </a:lnTo>
                <a:lnTo>
                  <a:pt x="1609518" y="1968499"/>
                </a:lnTo>
                <a:lnTo>
                  <a:pt x="1905598" y="1968499"/>
                </a:lnTo>
                <a:lnTo>
                  <a:pt x="1916628" y="1917699"/>
                </a:lnTo>
                <a:lnTo>
                  <a:pt x="1923811" y="1879599"/>
                </a:lnTo>
                <a:lnTo>
                  <a:pt x="1927165" y="1828799"/>
                </a:lnTo>
                <a:lnTo>
                  <a:pt x="1927051" y="1816099"/>
                </a:lnTo>
                <a:lnTo>
                  <a:pt x="1926936" y="1803399"/>
                </a:lnTo>
                <a:lnTo>
                  <a:pt x="1926822" y="1790699"/>
                </a:lnTo>
                <a:lnTo>
                  <a:pt x="1926707" y="1777999"/>
                </a:lnTo>
                <a:lnTo>
                  <a:pt x="1922454" y="1739899"/>
                </a:lnTo>
                <a:lnTo>
                  <a:pt x="1914423" y="1689099"/>
                </a:lnTo>
                <a:lnTo>
                  <a:pt x="1902632" y="1650999"/>
                </a:lnTo>
                <a:lnTo>
                  <a:pt x="1887097" y="1600199"/>
                </a:lnTo>
                <a:lnTo>
                  <a:pt x="1867836" y="1549399"/>
                </a:lnTo>
                <a:lnTo>
                  <a:pt x="1849595" y="1511299"/>
                </a:lnTo>
                <a:lnTo>
                  <a:pt x="1830529" y="1473199"/>
                </a:lnTo>
                <a:lnTo>
                  <a:pt x="1809100" y="1422399"/>
                </a:lnTo>
                <a:lnTo>
                  <a:pt x="1783767" y="1384299"/>
                </a:lnTo>
                <a:lnTo>
                  <a:pt x="1752992" y="1358899"/>
                </a:lnTo>
                <a:lnTo>
                  <a:pt x="1715234" y="1320799"/>
                </a:lnTo>
                <a:lnTo>
                  <a:pt x="1668954" y="1295399"/>
                </a:lnTo>
                <a:close/>
              </a:path>
              <a:path w="4326890" h="3009900">
                <a:moveTo>
                  <a:pt x="376856" y="1079499"/>
                </a:moveTo>
                <a:lnTo>
                  <a:pt x="374685" y="1104899"/>
                </a:lnTo>
                <a:lnTo>
                  <a:pt x="372729" y="1104899"/>
                </a:lnTo>
                <a:lnTo>
                  <a:pt x="371820" y="1117599"/>
                </a:lnTo>
                <a:lnTo>
                  <a:pt x="372792" y="1117599"/>
                </a:lnTo>
                <a:lnTo>
                  <a:pt x="408342" y="1155699"/>
                </a:lnTo>
                <a:lnTo>
                  <a:pt x="445004" y="1193799"/>
                </a:lnTo>
                <a:lnTo>
                  <a:pt x="482954" y="1231899"/>
                </a:lnTo>
                <a:lnTo>
                  <a:pt x="522368" y="1257299"/>
                </a:lnTo>
                <a:lnTo>
                  <a:pt x="563419" y="1282699"/>
                </a:lnTo>
                <a:lnTo>
                  <a:pt x="606284" y="1308099"/>
                </a:lnTo>
                <a:lnTo>
                  <a:pt x="651138" y="1333499"/>
                </a:lnTo>
                <a:lnTo>
                  <a:pt x="698156" y="1358899"/>
                </a:lnTo>
                <a:lnTo>
                  <a:pt x="747513" y="1371599"/>
                </a:lnTo>
                <a:lnTo>
                  <a:pt x="799385" y="1371599"/>
                </a:lnTo>
                <a:lnTo>
                  <a:pt x="832274" y="1384299"/>
                </a:lnTo>
                <a:lnTo>
                  <a:pt x="865235" y="1384299"/>
                </a:lnTo>
                <a:lnTo>
                  <a:pt x="898005" y="1396999"/>
                </a:lnTo>
                <a:lnTo>
                  <a:pt x="930322" y="1396999"/>
                </a:lnTo>
                <a:lnTo>
                  <a:pt x="1014438" y="1422399"/>
                </a:lnTo>
                <a:lnTo>
                  <a:pt x="1053576" y="1435099"/>
                </a:lnTo>
                <a:lnTo>
                  <a:pt x="1089072" y="1460499"/>
                </a:lnTo>
                <a:lnTo>
                  <a:pt x="1119658" y="1498599"/>
                </a:lnTo>
                <a:lnTo>
                  <a:pt x="1144063" y="1536699"/>
                </a:lnTo>
                <a:lnTo>
                  <a:pt x="1156382" y="1549399"/>
                </a:lnTo>
                <a:lnTo>
                  <a:pt x="1173273" y="1574799"/>
                </a:lnTo>
                <a:lnTo>
                  <a:pt x="1192355" y="1587499"/>
                </a:lnTo>
                <a:lnTo>
                  <a:pt x="1211246" y="1612899"/>
                </a:lnTo>
                <a:lnTo>
                  <a:pt x="1310929" y="1612899"/>
                </a:lnTo>
                <a:lnTo>
                  <a:pt x="1278937" y="1574799"/>
                </a:lnTo>
                <a:lnTo>
                  <a:pt x="1307138" y="1523999"/>
                </a:lnTo>
                <a:lnTo>
                  <a:pt x="1331372" y="1485899"/>
                </a:lnTo>
                <a:lnTo>
                  <a:pt x="1351569" y="1435099"/>
                </a:lnTo>
                <a:lnTo>
                  <a:pt x="1367663" y="1396999"/>
                </a:lnTo>
                <a:lnTo>
                  <a:pt x="1376605" y="1358899"/>
                </a:lnTo>
                <a:lnTo>
                  <a:pt x="1098216" y="1358899"/>
                </a:lnTo>
                <a:lnTo>
                  <a:pt x="971887" y="1206499"/>
                </a:lnTo>
                <a:lnTo>
                  <a:pt x="962223" y="1193799"/>
                </a:lnTo>
                <a:lnTo>
                  <a:pt x="876347" y="1193799"/>
                </a:lnTo>
                <a:lnTo>
                  <a:pt x="813471" y="1181099"/>
                </a:lnTo>
                <a:lnTo>
                  <a:pt x="755740" y="1181099"/>
                </a:lnTo>
                <a:lnTo>
                  <a:pt x="701989" y="1168399"/>
                </a:lnTo>
                <a:lnTo>
                  <a:pt x="651055" y="1155699"/>
                </a:lnTo>
                <a:lnTo>
                  <a:pt x="601773" y="1155699"/>
                </a:lnTo>
                <a:lnTo>
                  <a:pt x="422278" y="1104899"/>
                </a:lnTo>
                <a:lnTo>
                  <a:pt x="376856" y="1079499"/>
                </a:lnTo>
                <a:close/>
              </a:path>
              <a:path w="4326890" h="3009900">
                <a:moveTo>
                  <a:pt x="1176956" y="825499"/>
                </a:moveTo>
                <a:lnTo>
                  <a:pt x="1178904" y="876299"/>
                </a:lnTo>
                <a:lnTo>
                  <a:pt x="1178832" y="927099"/>
                </a:lnTo>
                <a:lnTo>
                  <a:pt x="1176808" y="977899"/>
                </a:lnTo>
                <a:lnTo>
                  <a:pt x="1172897" y="1015999"/>
                </a:lnTo>
                <a:lnTo>
                  <a:pt x="1167165" y="1066799"/>
                </a:lnTo>
                <a:lnTo>
                  <a:pt x="1159678" y="1117599"/>
                </a:lnTo>
                <a:lnTo>
                  <a:pt x="1150501" y="1155699"/>
                </a:lnTo>
                <a:lnTo>
                  <a:pt x="1139701" y="1206499"/>
                </a:lnTo>
                <a:lnTo>
                  <a:pt x="1127343" y="1257299"/>
                </a:lnTo>
                <a:lnTo>
                  <a:pt x="1113492" y="1308099"/>
                </a:lnTo>
                <a:lnTo>
                  <a:pt x="1098216" y="1358899"/>
                </a:lnTo>
                <a:lnTo>
                  <a:pt x="1376605" y="1358899"/>
                </a:lnTo>
                <a:lnTo>
                  <a:pt x="1379585" y="1346199"/>
                </a:lnTo>
                <a:lnTo>
                  <a:pt x="1387268" y="1308099"/>
                </a:lnTo>
                <a:lnTo>
                  <a:pt x="1390643" y="1257299"/>
                </a:lnTo>
                <a:lnTo>
                  <a:pt x="1389643" y="1219199"/>
                </a:lnTo>
                <a:lnTo>
                  <a:pt x="1384200" y="1168399"/>
                </a:lnTo>
                <a:lnTo>
                  <a:pt x="1374246" y="1117599"/>
                </a:lnTo>
                <a:lnTo>
                  <a:pt x="1359713" y="1066799"/>
                </a:lnTo>
                <a:lnTo>
                  <a:pt x="1340532" y="1028699"/>
                </a:lnTo>
                <a:lnTo>
                  <a:pt x="1315169" y="977899"/>
                </a:lnTo>
                <a:lnTo>
                  <a:pt x="1285422" y="927099"/>
                </a:lnTo>
                <a:lnTo>
                  <a:pt x="1252000" y="888999"/>
                </a:lnTo>
                <a:lnTo>
                  <a:pt x="1215609" y="850899"/>
                </a:lnTo>
                <a:lnTo>
                  <a:pt x="1176956" y="825499"/>
                </a:lnTo>
                <a:close/>
              </a:path>
              <a:path w="4326890" h="3009900">
                <a:moveTo>
                  <a:pt x="273944" y="622299"/>
                </a:moveTo>
                <a:lnTo>
                  <a:pt x="183689" y="647699"/>
                </a:lnTo>
                <a:lnTo>
                  <a:pt x="217697" y="685799"/>
                </a:lnTo>
                <a:lnTo>
                  <a:pt x="252407" y="711199"/>
                </a:lnTo>
                <a:lnTo>
                  <a:pt x="288085" y="749299"/>
                </a:lnTo>
                <a:lnTo>
                  <a:pt x="324999" y="774699"/>
                </a:lnTo>
                <a:lnTo>
                  <a:pt x="363414" y="800099"/>
                </a:lnTo>
                <a:lnTo>
                  <a:pt x="403598" y="812799"/>
                </a:lnTo>
                <a:lnTo>
                  <a:pt x="445817" y="838199"/>
                </a:lnTo>
                <a:lnTo>
                  <a:pt x="494486" y="850899"/>
                </a:lnTo>
                <a:lnTo>
                  <a:pt x="539996" y="876299"/>
                </a:lnTo>
                <a:lnTo>
                  <a:pt x="582641" y="901699"/>
                </a:lnTo>
                <a:lnTo>
                  <a:pt x="622712" y="927099"/>
                </a:lnTo>
                <a:lnTo>
                  <a:pt x="660505" y="965199"/>
                </a:lnTo>
                <a:lnTo>
                  <a:pt x="696311" y="990599"/>
                </a:lnTo>
                <a:lnTo>
                  <a:pt x="730424" y="1028699"/>
                </a:lnTo>
                <a:lnTo>
                  <a:pt x="762351" y="1066799"/>
                </a:lnTo>
                <a:lnTo>
                  <a:pt x="796480" y="1104899"/>
                </a:lnTo>
                <a:lnTo>
                  <a:pt x="834062" y="1155699"/>
                </a:lnTo>
                <a:lnTo>
                  <a:pt x="876347" y="1193799"/>
                </a:lnTo>
                <a:lnTo>
                  <a:pt x="962223" y="1193799"/>
                </a:lnTo>
                <a:lnTo>
                  <a:pt x="942895" y="1168399"/>
                </a:lnTo>
                <a:lnTo>
                  <a:pt x="961775" y="1130299"/>
                </a:lnTo>
                <a:lnTo>
                  <a:pt x="978426" y="1079499"/>
                </a:lnTo>
                <a:lnTo>
                  <a:pt x="992657" y="1028699"/>
                </a:lnTo>
                <a:lnTo>
                  <a:pt x="1004278" y="990599"/>
                </a:lnTo>
                <a:lnTo>
                  <a:pt x="1013099" y="939799"/>
                </a:lnTo>
                <a:lnTo>
                  <a:pt x="1014556" y="927099"/>
                </a:lnTo>
                <a:lnTo>
                  <a:pt x="750617" y="927099"/>
                </a:lnTo>
                <a:lnTo>
                  <a:pt x="724685" y="888999"/>
                </a:lnTo>
                <a:lnTo>
                  <a:pt x="701087" y="863599"/>
                </a:lnTo>
                <a:lnTo>
                  <a:pt x="680823" y="825499"/>
                </a:lnTo>
                <a:lnTo>
                  <a:pt x="664892" y="800099"/>
                </a:lnTo>
                <a:lnTo>
                  <a:pt x="644198" y="749299"/>
                </a:lnTo>
                <a:lnTo>
                  <a:pt x="624340" y="698499"/>
                </a:lnTo>
                <a:lnTo>
                  <a:pt x="605785" y="647699"/>
                </a:lnTo>
                <a:lnTo>
                  <a:pt x="406332" y="647699"/>
                </a:lnTo>
                <a:lnTo>
                  <a:pt x="317997" y="634999"/>
                </a:lnTo>
                <a:lnTo>
                  <a:pt x="273944" y="622299"/>
                </a:lnTo>
                <a:close/>
              </a:path>
              <a:path w="4326890" h="3009900">
                <a:moveTo>
                  <a:pt x="870886" y="469899"/>
                </a:moveTo>
                <a:lnTo>
                  <a:pt x="835506" y="507999"/>
                </a:lnTo>
                <a:lnTo>
                  <a:pt x="806752" y="571499"/>
                </a:lnTo>
                <a:lnTo>
                  <a:pt x="794559" y="609599"/>
                </a:lnTo>
                <a:lnTo>
                  <a:pt x="783662" y="660399"/>
                </a:lnTo>
                <a:lnTo>
                  <a:pt x="773939" y="711199"/>
                </a:lnTo>
                <a:lnTo>
                  <a:pt x="765271" y="774699"/>
                </a:lnTo>
                <a:lnTo>
                  <a:pt x="757537" y="850899"/>
                </a:lnTo>
                <a:lnTo>
                  <a:pt x="750617" y="927099"/>
                </a:lnTo>
                <a:lnTo>
                  <a:pt x="1014556" y="927099"/>
                </a:lnTo>
                <a:lnTo>
                  <a:pt x="1018929" y="888999"/>
                </a:lnTo>
                <a:lnTo>
                  <a:pt x="1021579" y="850899"/>
                </a:lnTo>
                <a:lnTo>
                  <a:pt x="1020857" y="800099"/>
                </a:lnTo>
                <a:lnTo>
                  <a:pt x="1016574" y="761999"/>
                </a:lnTo>
                <a:lnTo>
                  <a:pt x="1008539" y="723899"/>
                </a:lnTo>
                <a:lnTo>
                  <a:pt x="996563" y="673099"/>
                </a:lnTo>
                <a:lnTo>
                  <a:pt x="980453" y="634999"/>
                </a:lnTo>
                <a:lnTo>
                  <a:pt x="960021" y="584199"/>
                </a:lnTo>
                <a:lnTo>
                  <a:pt x="935076" y="546099"/>
                </a:lnTo>
                <a:lnTo>
                  <a:pt x="905428" y="507999"/>
                </a:lnTo>
                <a:lnTo>
                  <a:pt x="870886" y="469899"/>
                </a:lnTo>
                <a:close/>
              </a:path>
              <a:path w="4326890" h="3009900">
                <a:moveTo>
                  <a:pt x="62150" y="0"/>
                </a:moveTo>
                <a:lnTo>
                  <a:pt x="19294" y="38099"/>
                </a:lnTo>
                <a:lnTo>
                  <a:pt x="0" y="63499"/>
                </a:lnTo>
                <a:lnTo>
                  <a:pt x="3303" y="88899"/>
                </a:lnTo>
                <a:lnTo>
                  <a:pt x="28241" y="126999"/>
                </a:lnTo>
                <a:lnTo>
                  <a:pt x="62830" y="165099"/>
                </a:lnTo>
                <a:lnTo>
                  <a:pt x="98242" y="215899"/>
                </a:lnTo>
                <a:lnTo>
                  <a:pt x="134238" y="253999"/>
                </a:lnTo>
                <a:lnTo>
                  <a:pt x="243379" y="368299"/>
                </a:lnTo>
                <a:lnTo>
                  <a:pt x="313625" y="444499"/>
                </a:lnTo>
                <a:lnTo>
                  <a:pt x="349182" y="482599"/>
                </a:lnTo>
                <a:lnTo>
                  <a:pt x="385247" y="520699"/>
                </a:lnTo>
                <a:lnTo>
                  <a:pt x="498141" y="647699"/>
                </a:lnTo>
                <a:lnTo>
                  <a:pt x="605785" y="647699"/>
                </a:lnTo>
                <a:lnTo>
                  <a:pt x="589005" y="596899"/>
                </a:lnTo>
                <a:lnTo>
                  <a:pt x="574468" y="546099"/>
                </a:lnTo>
                <a:lnTo>
                  <a:pt x="558831" y="507999"/>
                </a:lnTo>
                <a:lnTo>
                  <a:pt x="538958" y="457199"/>
                </a:lnTo>
                <a:lnTo>
                  <a:pt x="515396" y="406399"/>
                </a:lnTo>
                <a:lnTo>
                  <a:pt x="488696" y="368299"/>
                </a:lnTo>
                <a:lnTo>
                  <a:pt x="459405" y="330199"/>
                </a:lnTo>
                <a:lnTo>
                  <a:pt x="428075" y="292099"/>
                </a:lnTo>
                <a:lnTo>
                  <a:pt x="395253" y="253999"/>
                </a:lnTo>
                <a:lnTo>
                  <a:pt x="361489" y="215899"/>
                </a:lnTo>
                <a:lnTo>
                  <a:pt x="323487" y="177799"/>
                </a:lnTo>
                <a:lnTo>
                  <a:pt x="283695" y="139699"/>
                </a:lnTo>
                <a:lnTo>
                  <a:pt x="242234" y="114299"/>
                </a:lnTo>
                <a:lnTo>
                  <a:pt x="199227" y="76199"/>
                </a:lnTo>
                <a:lnTo>
                  <a:pt x="154796" y="50799"/>
                </a:lnTo>
                <a:lnTo>
                  <a:pt x="109063" y="25399"/>
                </a:lnTo>
                <a:lnTo>
                  <a:pt x="62150" y="0"/>
                </a:lnTo>
                <a:close/>
              </a:path>
              <a:path w="4326890" h="3009900">
                <a:moveTo>
                  <a:pt x="2813841" y="2226450"/>
                </a:moveTo>
                <a:lnTo>
                  <a:pt x="2760519" y="2233755"/>
                </a:lnTo>
                <a:lnTo>
                  <a:pt x="2764978" y="2248186"/>
                </a:lnTo>
                <a:lnTo>
                  <a:pt x="2768472" y="2260747"/>
                </a:lnTo>
                <a:lnTo>
                  <a:pt x="2772181" y="2271257"/>
                </a:lnTo>
                <a:lnTo>
                  <a:pt x="2777283" y="2279538"/>
                </a:lnTo>
                <a:lnTo>
                  <a:pt x="2810371" y="2320892"/>
                </a:lnTo>
                <a:lnTo>
                  <a:pt x="2838804" y="2363904"/>
                </a:lnTo>
                <a:lnTo>
                  <a:pt x="2862981" y="2408433"/>
                </a:lnTo>
                <a:lnTo>
                  <a:pt x="2883299" y="2454336"/>
                </a:lnTo>
                <a:lnTo>
                  <a:pt x="2900156" y="2501474"/>
                </a:lnTo>
                <a:lnTo>
                  <a:pt x="2913949" y="2549703"/>
                </a:lnTo>
                <a:lnTo>
                  <a:pt x="2925078" y="2598883"/>
                </a:lnTo>
                <a:lnTo>
                  <a:pt x="2933938" y="2648871"/>
                </a:lnTo>
                <a:lnTo>
                  <a:pt x="2940929" y="2699527"/>
                </a:lnTo>
                <a:lnTo>
                  <a:pt x="2946447" y="2750708"/>
                </a:lnTo>
                <a:lnTo>
                  <a:pt x="2950229" y="2789220"/>
                </a:lnTo>
                <a:lnTo>
                  <a:pt x="2954226" y="2827681"/>
                </a:lnTo>
                <a:lnTo>
                  <a:pt x="2958556" y="2866062"/>
                </a:lnTo>
                <a:lnTo>
                  <a:pt x="2963338" y="2904336"/>
                </a:lnTo>
                <a:lnTo>
                  <a:pt x="2981849" y="3009899"/>
                </a:lnTo>
                <a:lnTo>
                  <a:pt x="3244935" y="3009899"/>
                </a:lnTo>
                <a:lnTo>
                  <a:pt x="3232959" y="2909602"/>
                </a:lnTo>
                <a:lnTo>
                  <a:pt x="3222233" y="2857430"/>
                </a:lnTo>
                <a:lnTo>
                  <a:pt x="3209370" y="2805978"/>
                </a:lnTo>
                <a:lnTo>
                  <a:pt x="3194389" y="2755230"/>
                </a:lnTo>
                <a:lnTo>
                  <a:pt x="3177306" y="2705170"/>
                </a:lnTo>
                <a:lnTo>
                  <a:pt x="3158141" y="2655782"/>
                </a:lnTo>
                <a:lnTo>
                  <a:pt x="3136909" y="2607050"/>
                </a:lnTo>
                <a:lnTo>
                  <a:pt x="3113631" y="2558958"/>
                </a:lnTo>
                <a:lnTo>
                  <a:pt x="3088322" y="2511489"/>
                </a:lnTo>
                <a:lnTo>
                  <a:pt x="3061001" y="2464628"/>
                </a:lnTo>
                <a:lnTo>
                  <a:pt x="3038351" y="2426493"/>
                </a:lnTo>
                <a:lnTo>
                  <a:pt x="3015249" y="2388433"/>
                </a:lnTo>
                <a:lnTo>
                  <a:pt x="2990385" y="2351837"/>
                </a:lnTo>
                <a:lnTo>
                  <a:pt x="2962449" y="2318095"/>
                </a:lnTo>
                <a:lnTo>
                  <a:pt x="2931378" y="2286020"/>
                </a:lnTo>
                <a:lnTo>
                  <a:pt x="2897460" y="2257065"/>
                </a:lnTo>
                <a:lnTo>
                  <a:pt x="2858884" y="2235714"/>
                </a:lnTo>
                <a:lnTo>
                  <a:pt x="2813841" y="2226450"/>
                </a:lnTo>
                <a:close/>
              </a:path>
              <a:path w="4326890" h="3009900">
                <a:moveTo>
                  <a:pt x="3273016" y="2409383"/>
                </a:moveTo>
                <a:lnTo>
                  <a:pt x="3266138" y="2411202"/>
                </a:lnTo>
                <a:lnTo>
                  <a:pt x="3256164" y="2414551"/>
                </a:lnTo>
                <a:lnTo>
                  <a:pt x="3241976" y="2418844"/>
                </a:lnTo>
                <a:lnTo>
                  <a:pt x="3250934" y="2438452"/>
                </a:lnTo>
                <a:lnTo>
                  <a:pt x="3259058" y="2457730"/>
                </a:lnTo>
                <a:lnTo>
                  <a:pt x="3267944" y="2475425"/>
                </a:lnTo>
                <a:lnTo>
                  <a:pt x="3279187" y="2490282"/>
                </a:lnTo>
                <a:lnTo>
                  <a:pt x="3314809" y="2530610"/>
                </a:lnTo>
                <a:lnTo>
                  <a:pt x="3345222" y="2573555"/>
                </a:lnTo>
                <a:lnTo>
                  <a:pt x="3370860" y="2618779"/>
                </a:lnTo>
                <a:lnTo>
                  <a:pt x="3392160" y="2665941"/>
                </a:lnTo>
                <a:lnTo>
                  <a:pt x="3409557" y="2714701"/>
                </a:lnTo>
                <a:lnTo>
                  <a:pt x="3423485" y="2764719"/>
                </a:lnTo>
                <a:lnTo>
                  <a:pt x="3434381" y="2815656"/>
                </a:lnTo>
                <a:lnTo>
                  <a:pt x="3464771" y="3009899"/>
                </a:lnTo>
                <a:lnTo>
                  <a:pt x="3728376" y="3009899"/>
                </a:lnTo>
                <a:lnTo>
                  <a:pt x="3717609" y="2956153"/>
                </a:lnTo>
                <a:lnTo>
                  <a:pt x="3696086" y="2896092"/>
                </a:lnTo>
                <a:lnTo>
                  <a:pt x="3657275" y="2819497"/>
                </a:lnTo>
                <a:lnTo>
                  <a:pt x="3630820" y="2773997"/>
                </a:lnTo>
                <a:lnTo>
                  <a:pt x="3602763" y="2729862"/>
                </a:lnTo>
                <a:lnTo>
                  <a:pt x="3573076" y="2687113"/>
                </a:lnTo>
                <a:lnTo>
                  <a:pt x="3541729" y="2645768"/>
                </a:lnTo>
                <a:lnTo>
                  <a:pt x="3508693" y="2605849"/>
                </a:lnTo>
                <a:lnTo>
                  <a:pt x="3473940" y="2567375"/>
                </a:lnTo>
                <a:lnTo>
                  <a:pt x="3437439" y="2530366"/>
                </a:lnTo>
                <a:lnTo>
                  <a:pt x="3399161" y="2494842"/>
                </a:lnTo>
                <a:lnTo>
                  <a:pt x="3359078" y="2460824"/>
                </a:lnTo>
                <a:lnTo>
                  <a:pt x="3317160" y="2428331"/>
                </a:lnTo>
                <a:lnTo>
                  <a:pt x="3277917" y="2409675"/>
                </a:lnTo>
                <a:lnTo>
                  <a:pt x="3273016" y="2409383"/>
                </a:lnTo>
                <a:close/>
              </a:path>
              <a:path w="4326890" h="3009900">
                <a:moveTo>
                  <a:pt x="3808650" y="2697559"/>
                </a:moveTo>
                <a:lnTo>
                  <a:pt x="3796966" y="2707642"/>
                </a:lnTo>
                <a:lnTo>
                  <a:pt x="3791251" y="2712684"/>
                </a:lnTo>
                <a:lnTo>
                  <a:pt x="3793873" y="2726975"/>
                </a:lnTo>
                <a:lnTo>
                  <a:pt x="3796077" y="2742363"/>
                </a:lnTo>
                <a:lnTo>
                  <a:pt x="3799466" y="2756220"/>
                </a:lnTo>
                <a:lnTo>
                  <a:pt x="3805856" y="2767078"/>
                </a:lnTo>
                <a:lnTo>
                  <a:pt x="3838056" y="2803462"/>
                </a:lnTo>
                <a:lnTo>
                  <a:pt x="3865885" y="2841787"/>
                </a:lnTo>
                <a:lnTo>
                  <a:pt x="3889628" y="2881907"/>
                </a:lnTo>
                <a:lnTo>
                  <a:pt x="3909573" y="2923676"/>
                </a:lnTo>
                <a:lnTo>
                  <a:pt x="3926003" y="2966945"/>
                </a:lnTo>
                <a:lnTo>
                  <a:pt x="3938712" y="3009899"/>
                </a:lnTo>
                <a:lnTo>
                  <a:pt x="4080879" y="3009899"/>
                </a:lnTo>
                <a:lnTo>
                  <a:pt x="4024042" y="2925130"/>
                </a:lnTo>
                <a:lnTo>
                  <a:pt x="3993780" y="2883940"/>
                </a:lnTo>
                <a:lnTo>
                  <a:pt x="3963114" y="2843042"/>
                </a:lnTo>
                <a:lnTo>
                  <a:pt x="3901233" y="2761744"/>
                </a:lnTo>
                <a:lnTo>
                  <a:pt x="3858656" y="2726975"/>
                </a:lnTo>
                <a:lnTo>
                  <a:pt x="3833367" y="2712503"/>
                </a:lnTo>
                <a:lnTo>
                  <a:pt x="3808650" y="2697559"/>
                </a:lnTo>
                <a:close/>
              </a:path>
              <a:path w="4326890" h="3009900">
                <a:moveTo>
                  <a:pt x="4172505" y="2903067"/>
                </a:moveTo>
                <a:lnTo>
                  <a:pt x="4172645" y="2918175"/>
                </a:lnTo>
                <a:lnTo>
                  <a:pt x="4172733" y="2930045"/>
                </a:lnTo>
                <a:lnTo>
                  <a:pt x="4172091" y="2951038"/>
                </a:lnTo>
                <a:lnTo>
                  <a:pt x="4172077" y="2951516"/>
                </a:lnTo>
                <a:lnTo>
                  <a:pt x="4172885" y="2967764"/>
                </a:lnTo>
                <a:lnTo>
                  <a:pt x="4172952" y="2969101"/>
                </a:lnTo>
                <a:lnTo>
                  <a:pt x="4177839" y="2982340"/>
                </a:lnTo>
                <a:lnTo>
                  <a:pt x="4194288" y="3009899"/>
                </a:lnTo>
                <a:lnTo>
                  <a:pt x="4326334" y="3009899"/>
                </a:lnTo>
                <a:lnTo>
                  <a:pt x="4277304" y="2967764"/>
                </a:lnTo>
                <a:lnTo>
                  <a:pt x="4240746" y="2940419"/>
                </a:lnTo>
                <a:lnTo>
                  <a:pt x="4200015" y="2918175"/>
                </a:lnTo>
                <a:lnTo>
                  <a:pt x="4172505" y="2903067"/>
                </a:lnTo>
                <a:close/>
              </a:path>
            </a:pathLst>
          </a:custGeom>
          <a:solidFill>
            <a:srgbClr val="5D6A76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6900" y="169875"/>
            <a:ext cx="379920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Java</a:t>
            </a:r>
            <a:r>
              <a:rPr dirty="0" sz="3200" spc="-3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Lab</a:t>
            </a:r>
            <a:r>
              <a:rPr dirty="0" sz="3200" spc="-15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Experiment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43633" y="649263"/>
            <a:ext cx="10152380" cy="6091555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240"/>
              </a:spcBef>
              <a:buAutoNum type="arabicPeriod"/>
              <a:tabLst>
                <a:tab pos="300355" algn="l"/>
              </a:tabLst>
            </a:pPr>
            <a:r>
              <a:rPr dirty="0" sz="2400" spc="-20" b="1">
                <a:solidFill>
                  <a:srgbClr val="533D34"/>
                </a:solidFill>
                <a:latin typeface="Times New Roman"/>
                <a:cs typeface="Times New Roman"/>
              </a:rPr>
              <a:t>Aim: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780"/>
              </a:lnSpc>
              <a:spcBef>
                <a:spcPts val="730"/>
              </a:spcBef>
            </a:pP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To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write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Java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program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that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takes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an</a:t>
            </a:r>
            <a:r>
              <a:rPr dirty="0" sz="20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integer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as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input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from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user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outputs</a:t>
            </a:r>
            <a:r>
              <a:rPr dirty="0" sz="2000" spc="-5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digits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reverse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order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using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while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loop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200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buAutoNum type="arabicPeriod" startAt="2"/>
              <a:tabLst>
                <a:tab pos="300355" algn="l"/>
              </a:tabLst>
            </a:pP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Algorithm:</a:t>
            </a:r>
            <a:endParaRPr sz="2400">
              <a:latin typeface="Times New Roman"/>
              <a:cs typeface="Times New Roman"/>
            </a:endParaRPr>
          </a:p>
          <a:p>
            <a:pPr lvl="1" marL="203835" indent="-193675">
              <a:lnSpc>
                <a:spcPct val="100000"/>
              </a:lnSpc>
              <a:spcBef>
                <a:spcPts val="955"/>
              </a:spcBef>
              <a:buSzPct val="95000"/>
              <a:buAutoNum type="arabicPeriod"/>
              <a:tabLst>
                <a:tab pos="203835" algn="l"/>
              </a:tabLst>
            </a:pP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Start.</a:t>
            </a:r>
            <a:endParaRPr sz="2000">
              <a:latin typeface="Times New Roman"/>
              <a:cs typeface="Times New Roman"/>
            </a:endParaRPr>
          </a:p>
          <a:p>
            <a:pPr lvl="1" marL="203835" indent="-193675">
              <a:lnSpc>
                <a:spcPct val="100000"/>
              </a:lnSpc>
              <a:spcBef>
                <a:spcPts val="1010"/>
              </a:spcBef>
              <a:buSzPct val="95000"/>
              <a:buAutoNum type="arabicPeriod"/>
              <a:tabLst>
                <a:tab pos="203835" algn="l"/>
              </a:tabLst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Initialize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 variable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reversed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 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0.</a:t>
            </a:r>
            <a:endParaRPr sz="2000">
              <a:latin typeface="Times New Roman"/>
              <a:cs typeface="Times New Roman"/>
            </a:endParaRPr>
          </a:p>
          <a:p>
            <a:pPr lvl="1" marL="203835" indent="-193675">
              <a:lnSpc>
                <a:spcPct val="100000"/>
              </a:lnSpc>
              <a:spcBef>
                <a:spcPts val="994"/>
              </a:spcBef>
              <a:buSzPct val="95000"/>
              <a:buAutoNum type="arabicPeriod"/>
              <a:tabLst>
                <a:tab pos="203835" algn="l"/>
              </a:tabLst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Accept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an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integer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input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from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user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(let's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call it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num).</a:t>
            </a:r>
            <a:endParaRPr sz="2000">
              <a:latin typeface="Times New Roman"/>
              <a:cs typeface="Times New Roman"/>
            </a:endParaRPr>
          </a:p>
          <a:p>
            <a:pPr lvl="1" marL="203835" indent="-193675">
              <a:lnSpc>
                <a:spcPct val="100000"/>
              </a:lnSpc>
              <a:spcBef>
                <a:spcPts val="1000"/>
              </a:spcBef>
              <a:buSzPct val="95000"/>
              <a:buAutoNum type="arabicPeriod"/>
              <a:tabLst>
                <a:tab pos="203835" algn="l"/>
              </a:tabLst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Loop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while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is</a:t>
            </a:r>
            <a:r>
              <a:rPr dirty="0" sz="20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not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equal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to</a:t>
            </a:r>
            <a:r>
              <a:rPr dirty="0" sz="20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0:</a:t>
            </a:r>
            <a:endParaRPr sz="2000">
              <a:latin typeface="Times New Roman"/>
              <a:cs typeface="Times New Roman"/>
            </a:endParaRPr>
          </a:p>
          <a:p>
            <a:pPr lvl="2" marL="240665" indent="-227965">
              <a:lnSpc>
                <a:spcPct val="100000"/>
              </a:lnSpc>
              <a:spcBef>
                <a:spcPts val="1005"/>
              </a:spcBef>
              <a:buFont typeface="Courier New"/>
              <a:buChar char="o"/>
              <a:tabLst>
                <a:tab pos="240665" algn="l"/>
              </a:tabLst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Find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last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digit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of the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number: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digit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%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10.</a:t>
            </a:r>
            <a:endParaRPr sz="2000">
              <a:latin typeface="Times New Roman"/>
              <a:cs typeface="Times New Roman"/>
            </a:endParaRPr>
          </a:p>
          <a:p>
            <a:pPr lvl="2" marL="240665" indent="-227965">
              <a:lnSpc>
                <a:spcPct val="100000"/>
              </a:lnSpc>
              <a:spcBef>
                <a:spcPts val="1000"/>
              </a:spcBef>
              <a:buFont typeface="Courier New"/>
              <a:buChar char="o"/>
              <a:tabLst>
                <a:tab pos="240665" algn="l"/>
              </a:tabLst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Append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digit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to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reversed: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reversed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(reversed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* 10)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+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digit.</a:t>
            </a:r>
            <a:endParaRPr sz="2000">
              <a:latin typeface="Times New Roman"/>
              <a:cs typeface="Times New Roman"/>
            </a:endParaRPr>
          </a:p>
          <a:p>
            <a:pPr lvl="2" marL="240665" indent="-227965">
              <a:lnSpc>
                <a:spcPct val="100000"/>
              </a:lnSpc>
              <a:spcBef>
                <a:spcPts val="994"/>
              </a:spcBef>
              <a:buFont typeface="Courier New"/>
              <a:buChar char="o"/>
              <a:tabLst>
                <a:tab pos="240665" algn="l"/>
              </a:tabLst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Remove</a:t>
            </a:r>
            <a:r>
              <a:rPr dirty="0" sz="20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last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digit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from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original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number: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 num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/</a:t>
            </a:r>
            <a:r>
              <a:rPr dirty="0" sz="20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10.</a:t>
            </a:r>
            <a:endParaRPr sz="2000">
              <a:latin typeface="Times New Roman"/>
              <a:cs typeface="Times New Roman"/>
            </a:endParaRPr>
          </a:p>
          <a:p>
            <a:pPr marL="203835" indent="-193675">
              <a:lnSpc>
                <a:spcPct val="100000"/>
              </a:lnSpc>
              <a:spcBef>
                <a:spcPts val="1010"/>
              </a:spcBef>
              <a:buSzPct val="95000"/>
              <a:buAutoNum type="arabicPeriod" startAt="5"/>
              <a:tabLst>
                <a:tab pos="203835" algn="l"/>
              </a:tabLst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Print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value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of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reversed.</a:t>
            </a:r>
            <a:endParaRPr sz="2000">
              <a:latin typeface="Times New Roman"/>
              <a:cs typeface="Times New Roman"/>
            </a:endParaRPr>
          </a:p>
          <a:p>
            <a:pPr marL="203835" indent="-193675">
              <a:lnSpc>
                <a:spcPct val="100000"/>
              </a:lnSpc>
              <a:spcBef>
                <a:spcPts val="994"/>
              </a:spcBef>
              <a:buSzPct val="95000"/>
              <a:buAutoNum type="arabicPeriod" startAt="5"/>
              <a:tabLst>
                <a:tab pos="203835" algn="l"/>
              </a:tabLst>
            </a:pP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Stop.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2198" y="4330698"/>
            <a:ext cx="3261550" cy="25590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0123" y="172669"/>
            <a:ext cx="2346325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3.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Program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Code: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62227" y="635965"/>
            <a:ext cx="5956935" cy="6123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import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java.util.Scanner;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public</a:t>
            </a:r>
            <a:r>
              <a:rPr dirty="0" sz="2000" spc="-5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class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ReverseNumber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520065" marR="1510665" indent="-253365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public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static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void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main(String[]</a:t>
            </a:r>
            <a:r>
              <a:rPr dirty="0" sz="2000" spc="-7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args)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{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Scanner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sc =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new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Scanner(System.in);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520065" marR="1609090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System.out.print("Enter</a:t>
            </a:r>
            <a:r>
              <a:rPr dirty="0" sz="2000" spc="-7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number: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");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int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000" spc="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sc.nextInt();</a:t>
            </a: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int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reversed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000" spc="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while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(num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!=</a:t>
            </a:r>
            <a:r>
              <a:rPr dirty="0" sz="20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0)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774700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int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digit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</a:t>
            </a:r>
            <a:r>
              <a:rPr dirty="0" sz="20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</a:t>
            </a:r>
            <a:r>
              <a:rPr dirty="0" sz="20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%</a:t>
            </a:r>
            <a:r>
              <a:rPr dirty="0" sz="2000" spc="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10;</a:t>
            </a:r>
            <a:endParaRPr sz="2000">
              <a:latin typeface="Times New Roman"/>
              <a:cs typeface="Times New Roman"/>
            </a:endParaRPr>
          </a:p>
          <a:p>
            <a:pPr marL="774700" marR="1871980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reversed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= reversed</a:t>
            </a:r>
            <a:r>
              <a:rPr dirty="0" sz="20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*</a:t>
            </a:r>
            <a:r>
              <a:rPr dirty="0" sz="2000" spc="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10</a:t>
            </a:r>
            <a:r>
              <a:rPr dirty="0" sz="20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+</a:t>
            </a:r>
            <a:r>
              <a:rPr dirty="0" sz="2000" spc="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digit;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/= 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10;</a:t>
            </a: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</a:pP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520065" marR="5080">
              <a:lnSpc>
                <a:spcPct val="100000"/>
              </a:lnSpc>
            </a:pP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System.out.println("Reversed</a:t>
            </a:r>
            <a:r>
              <a:rPr dirty="0" sz="2000" spc="-7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Number:</a:t>
            </a:r>
            <a:r>
              <a:rPr dirty="0" sz="2000" spc="-4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"</a:t>
            </a:r>
            <a:r>
              <a:rPr dirty="0" sz="20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33D34"/>
                </a:solidFill>
                <a:latin typeface="Times New Roman"/>
                <a:cs typeface="Times New Roman"/>
              </a:rPr>
              <a:t>+</a:t>
            </a:r>
            <a:r>
              <a:rPr dirty="0" sz="20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33D34"/>
                </a:solidFill>
                <a:latin typeface="Times New Roman"/>
                <a:cs typeface="Times New Roman"/>
              </a:rPr>
              <a:t>reversed); sc.close();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50">
                <a:solidFill>
                  <a:srgbClr val="533D34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4DAC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2198" y="4330698"/>
            <a:ext cx="3261550" cy="255905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03503" y="170240"/>
            <a:ext cx="4028440" cy="131508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Output:</a:t>
            </a:r>
            <a:endParaRPr sz="2400">
              <a:latin typeface="Times New Roman"/>
              <a:cs typeface="Times New Roman"/>
            </a:endParaRPr>
          </a:p>
          <a:p>
            <a:pPr marL="1038860">
              <a:lnSpc>
                <a:spcPct val="100000"/>
              </a:lnSpc>
              <a:spcBef>
                <a:spcPts val="755"/>
              </a:spcBef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Enter</a:t>
            </a:r>
            <a:r>
              <a:rPr dirty="0" sz="2400" spc="-4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number: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1234</a:t>
            </a:r>
            <a:endParaRPr sz="2400">
              <a:latin typeface="Times New Roman"/>
              <a:cs typeface="Times New Roman"/>
            </a:endParaRPr>
          </a:p>
          <a:p>
            <a:pPr marL="1038860">
              <a:lnSpc>
                <a:spcPct val="100000"/>
              </a:lnSpc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Reversed</a:t>
            </a:r>
            <a:r>
              <a:rPr dirty="0" sz="2400" spc="-3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Number: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4321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1809" y="5084826"/>
            <a:ext cx="93027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533D34"/>
                </a:solidFill>
                <a:latin typeface="Times New Roman"/>
                <a:cs typeface="Times New Roman"/>
              </a:rPr>
              <a:t>Result:</a:t>
            </a:r>
            <a:endParaRPr sz="2400">
              <a:latin typeface="Times New Roman"/>
              <a:cs typeface="Times New Roman"/>
            </a:endParaRPr>
          </a:p>
          <a:p>
            <a:pPr marL="12700" marR="5080" indent="990600">
              <a:lnSpc>
                <a:spcPct val="100000"/>
              </a:lnSpc>
            </a:pP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The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Java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program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to</a:t>
            </a:r>
            <a:r>
              <a:rPr dirty="0" sz="2400" spc="-2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reverse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given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number</a:t>
            </a:r>
            <a:r>
              <a:rPr dirty="0" sz="2400" spc="-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was</a:t>
            </a:r>
            <a:r>
              <a:rPr dirty="0" sz="2400" spc="-1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written,</a:t>
            </a:r>
            <a:r>
              <a:rPr dirty="0" sz="2400" spc="-30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compiled, </a:t>
            </a:r>
            <a:r>
              <a:rPr dirty="0" sz="2400">
                <a:solidFill>
                  <a:srgbClr val="533D34"/>
                </a:solidFill>
                <a:latin typeface="Times New Roman"/>
                <a:cs typeface="Times New Roman"/>
              </a:rPr>
              <a:t>and executed</a:t>
            </a:r>
            <a:r>
              <a:rPr dirty="0" sz="2400" spc="-25">
                <a:solidFill>
                  <a:srgbClr val="533D34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533D34"/>
                </a:solidFill>
                <a:latin typeface="Times New Roman"/>
                <a:cs typeface="Times New Roman"/>
              </a:rPr>
              <a:t>successfully.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55"/>
              <a:t>THANK</a:t>
            </a:r>
            <a:r>
              <a:rPr dirty="0" spc="-204"/>
              <a:t> </a:t>
            </a:r>
            <a:r>
              <a:rPr dirty="0" spc="445"/>
              <a:t>YOU</a:t>
            </a:r>
            <a:r>
              <a:rPr dirty="0" spc="-180"/>
              <a:t> </a:t>
            </a:r>
            <a:r>
              <a:rPr dirty="0" spc="-25"/>
              <a:t>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bhuvirajavel3010@gmail.com</dc:creator>
  <dcterms:created xsi:type="dcterms:W3CDTF">2026-03-12T03:41:59Z</dcterms:created>
  <dcterms:modified xsi:type="dcterms:W3CDTF">2026-03-12T03:41:59Z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2026-03-12T00:00:00Z</vt:filetime>
  </property>
  <property fmtid="{D5CDD505-2E9C-101B-9397-08002B2CF9AE}" pid="5" name="Producer">
    <vt:lpwstr>3-Heights(TM) PDF Analysis &amp; Repair Shell 4.12.26.3 (http://www.pdf-tools.com)</vt:lpwstr>
  </property>
</Properties>
</file>